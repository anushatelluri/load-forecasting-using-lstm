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78" r:id="rId1"/>
  </p:sldMasterIdLst>
  <p:notesMasterIdLst>
    <p:notesMasterId r:id="rId14"/>
  </p:notesMasterIdLst>
  <p:sldIdLst>
    <p:sldId id="256" r:id="rId2"/>
    <p:sldId id="257" r:id="rId3"/>
    <p:sldId id="270" r:id="rId4"/>
    <p:sldId id="276" r:id="rId5"/>
    <p:sldId id="258" r:id="rId6"/>
    <p:sldId id="259" r:id="rId7"/>
    <p:sldId id="260" r:id="rId8"/>
    <p:sldId id="273" r:id="rId9"/>
    <p:sldId id="280" r:id="rId10"/>
    <p:sldId id="272" r:id="rId11"/>
    <p:sldId id="277" r:id="rId12"/>
    <p:sldId id="263" r:id="rId13"/>
  </p:sldIdLst>
  <p:sldSz cx="18288000" cy="10287000"/>
  <p:notesSz cx="6858000" cy="9144000"/>
  <p:embeddedFontLst>
    <p:embeddedFont>
      <p:font typeface="Aptos Display" panose="020B0604020202020204" charset="0"/>
      <p:regular r:id="rId15"/>
      <p:bold r:id="rId16"/>
      <p:italic r:id="rId17"/>
      <p:boldItalic r:id="rId18"/>
    </p:embeddedFont>
    <p:embeddedFont>
      <p:font typeface="Calibri" panose="020F0502020204030204" pitchFamily="34" charset="0"/>
      <p:regular r:id="rId19"/>
      <p:bold r:id="rId20"/>
      <p:italic r:id="rId21"/>
      <p:boldItalic r:id="rId22"/>
    </p:embeddedFont>
    <p:embeddedFont>
      <p:font typeface="Canva Sans" panose="020B0604020202020204" charset="0"/>
      <p:regular r:id="rId23"/>
    </p:embeddedFont>
    <p:embeddedFont>
      <p:font typeface="Century Schoolbook" panose="02040604050505020304" pitchFamily="18" charset="0"/>
      <p:regular r:id="rId24"/>
      <p:bold r:id="rId25"/>
      <p:italic r:id="rId26"/>
      <p:boldItalic r:id="rId27"/>
    </p:embeddedFont>
    <p:embeddedFont>
      <p:font typeface="DM Sans" panose="020B0604020202020204" charset="0"/>
      <p:regular r:id="rId28"/>
      <p:bold r:id="rId29"/>
      <p:italic r:id="rId30"/>
      <p:boldItalic r:id="rId31"/>
    </p:embeddedFont>
    <p:embeddedFont>
      <p:font typeface="Libre Baskerville" panose="020B0604020202020204" charset="0"/>
      <p:regular r:id="rId32"/>
      <p:bold r:id="rId33"/>
      <p:italic r:id="rId34"/>
    </p:embeddedFont>
    <p:embeddedFont>
      <p:font typeface="Wingdings 2" panose="05020102010507070707" pitchFamily="18" charset="2"/>
      <p:regular r:id="rId35"/>
    </p:embeddedFont>
    <p:embeddedFont>
      <p:font typeface="Yeseva One" panose="020B0604020202020204" charset="0"/>
      <p:regular r:id="rId36"/>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661" autoAdjust="0"/>
    <p:restoredTop sz="94622" autoAdjust="0"/>
  </p:normalViewPr>
  <p:slideViewPr>
    <p:cSldViewPr>
      <p:cViewPr varScale="1">
        <p:scale>
          <a:sx n="100" d="100"/>
          <a:sy n="100" d="100"/>
        </p:scale>
        <p:origin x="348" y="7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font" Target="fonts/font4.fntdata"/><Relationship Id="rId26" Type="http://schemas.openxmlformats.org/officeDocument/2006/relationships/font" Target="fonts/font12.fntdata"/><Relationship Id="rId39" Type="http://schemas.openxmlformats.org/officeDocument/2006/relationships/theme" Target="theme/theme1.xml"/><Relationship Id="rId21" Type="http://schemas.openxmlformats.org/officeDocument/2006/relationships/font" Target="fonts/font7.fntdata"/><Relationship Id="rId34" Type="http://schemas.openxmlformats.org/officeDocument/2006/relationships/font" Target="fonts/font20.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3.fntdata"/><Relationship Id="rId25" Type="http://schemas.openxmlformats.org/officeDocument/2006/relationships/font" Target="fonts/font11.fntdata"/><Relationship Id="rId33" Type="http://schemas.openxmlformats.org/officeDocument/2006/relationships/font" Target="fonts/font19.fntdata"/><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font" Target="fonts/font2.fntdata"/><Relationship Id="rId20" Type="http://schemas.openxmlformats.org/officeDocument/2006/relationships/font" Target="fonts/font6.fntdata"/><Relationship Id="rId29" Type="http://schemas.openxmlformats.org/officeDocument/2006/relationships/font" Target="fonts/font15.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10.fntdata"/><Relationship Id="rId32" Type="http://schemas.openxmlformats.org/officeDocument/2006/relationships/font" Target="fonts/font18.fntdata"/><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font" Target="fonts/font1.fntdata"/><Relationship Id="rId23" Type="http://schemas.openxmlformats.org/officeDocument/2006/relationships/font" Target="fonts/font9.fntdata"/><Relationship Id="rId28" Type="http://schemas.openxmlformats.org/officeDocument/2006/relationships/font" Target="fonts/font14.fntdata"/><Relationship Id="rId36" Type="http://schemas.openxmlformats.org/officeDocument/2006/relationships/font" Target="fonts/font22.fntdata"/><Relationship Id="rId10" Type="http://schemas.openxmlformats.org/officeDocument/2006/relationships/slide" Target="slides/slide9.xml"/><Relationship Id="rId19" Type="http://schemas.openxmlformats.org/officeDocument/2006/relationships/font" Target="fonts/font5.fntdata"/><Relationship Id="rId31" Type="http://schemas.openxmlformats.org/officeDocument/2006/relationships/font" Target="fonts/font17.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 Id="rId22" Type="http://schemas.openxmlformats.org/officeDocument/2006/relationships/font" Target="fonts/font8.fntdata"/><Relationship Id="rId27" Type="http://schemas.openxmlformats.org/officeDocument/2006/relationships/font" Target="fonts/font13.fntdata"/><Relationship Id="rId30" Type="http://schemas.openxmlformats.org/officeDocument/2006/relationships/font" Target="fonts/font16.fntdata"/><Relationship Id="rId35" Type="http://schemas.openxmlformats.org/officeDocument/2006/relationships/font" Target="fonts/font21.fntdata"/><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FE2A886-1805-4068-B268-5AEBCB2DD561}" type="datetimeFigureOut">
              <a:rPr lang="en-US" smtClean="0"/>
              <a:t>9/17/2025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A057332-1A52-417E-BB9B-6850B9695F19}" type="slidenum">
              <a:rPr lang="en-US" smtClean="0"/>
              <a:t>‹#›</a:t>
            </a:fld>
            <a:endParaRPr lang="en-US"/>
          </a:p>
        </p:txBody>
      </p:sp>
    </p:spTree>
    <p:extLst>
      <p:ext uri="{BB962C8B-B14F-4D97-AF65-F5344CB8AC3E}">
        <p14:creationId xmlns:p14="http://schemas.microsoft.com/office/powerpoint/2010/main" val="112784479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A057332-1A52-417E-BB9B-6850B9695F19}" type="slidenum">
              <a:rPr lang="en-US" smtClean="0"/>
              <a:t>4</a:t>
            </a:fld>
            <a:endParaRPr lang="en-US"/>
          </a:p>
        </p:txBody>
      </p:sp>
    </p:spTree>
    <p:extLst>
      <p:ext uri="{BB962C8B-B14F-4D97-AF65-F5344CB8AC3E}">
        <p14:creationId xmlns:p14="http://schemas.microsoft.com/office/powerpoint/2010/main" val="297140646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A057332-1A52-417E-BB9B-6850B9695F19}" type="slidenum">
              <a:rPr lang="en-US" smtClean="0"/>
              <a:t>11</a:t>
            </a:fld>
            <a:endParaRPr lang="en-US"/>
          </a:p>
        </p:txBody>
      </p:sp>
    </p:spTree>
    <p:extLst>
      <p:ext uri="{BB962C8B-B14F-4D97-AF65-F5344CB8AC3E}">
        <p14:creationId xmlns:p14="http://schemas.microsoft.com/office/powerpoint/2010/main" val="410978174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892808" y="1138428"/>
            <a:ext cx="14127480" cy="6062472"/>
          </a:xfrm>
        </p:spPr>
        <p:txBody>
          <a:bodyPr anchor="b">
            <a:normAutofit/>
          </a:bodyPr>
          <a:lstStyle>
            <a:lvl1pPr algn="l">
              <a:lnSpc>
                <a:spcPct val="85000"/>
              </a:lnSpc>
              <a:defRPr sz="10800" baseline="0">
                <a:solidFill>
                  <a:schemeClr val="tx1"/>
                </a:solidFill>
              </a:defRPr>
            </a:lvl1pPr>
          </a:lstStyle>
          <a:p>
            <a:r>
              <a:rPr lang="en-US"/>
              <a:t>Click to edit Master title style</a:t>
            </a:r>
            <a:endParaRPr lang="en-US" dirty="0"/>
          </a:p>
        </p:txBody>
      </p:sp>
      <p:sp>
        <p:nvSpPr>
          <p:cNvPr id="3" name="Subtitle 2"/>
          <p:cNvSpPr>
            <a:spLocks noGrp="1"/>
          </p:cNvSpPr>
          <p:nvPr>
            <p:ph type="subTitle" idx="1"/>
          </p:nvPr>
        </p:nvSpPr>
        <p:spPr>
          <a:xfrm>
            <a:off x="1892808" y="7200900"/>
            <a:ext cx="14127480" cy="2537460"/>
          </a:xfrm>
        </p:spPr>
        <p:txBody>
          <a:bodyPr>
            <a:normAutofit/>
          </a:bodyPr>
          <a:lstStyle>
            <a:lvl1pPr marL="0" indent="0" algn="l">
              <a:buNone/>
              <a:defRPr sz="3300" baseline="0">
                <a:solidFill>
                  <a:schemeClr val="tx1">
                    <a:lumMod val="75000"/>
                  </a:schemeClr>
                </a:solidFill>
              </a:defRPr>
            </a:lvl1pPr>
            <a:lvl2pPr marL="685800" indent="0" algn="ctr">
              <a:buNone/>
              <a:defRPr sz="3300"/>
            </a:lvl2pPr>
            <a:lvl3pPr marL="1371600" indent="0" algn="ctr">
              <a:buNone/>
              <a:defRPr sz="3300"/>
            </a:lvl3pPr>
            <a:lvl4pPr marL="2057400" indent="0" algn="ctr">
              <a:buNone/>
              <a:defRPr sz="3000"/>
            </a:lvl4pPr>
            <a:lvl5pPr marL="2743200" indent="0" algn="ctr">
              <a:buNone/>
              <a:defRPr sz="3000"/>
            </a:lvl5pPr>
            <a:lvl6pPr marL="3429000" indent="0" algn="ctr">
              <a:buNone/>
              <a:defRPr sz="3000"/>
            </a:lvl6pPr>
            <a:lvl7pPr marL="4114800" indent="0" algn="ctr">
              <a:buNone/>
              <a:defRPr sz="3000"/>
            </a:lvl7pPr>
            <a:lvl8pPr marL="4800600" indent="0" algn="ctr">
              <a:buNone/>
              <a:defRPr sz="3000"/>
            </a:lvl8pPr>
            <a:lvl9pPr marL="5486400" indent="0" algn="ctr">
              <a:buNone/>
              <a:defRPr sz="3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defRPr>
                <a:solidFill>
                  <a:schemeClr val="tx1">
                    <a:lumMod val="50000"/>
                  </a:schemeClr>
                </a:solidFill>
              </a:defRPr>
            </a:lvl1pPr>
          </a:lstStyle>
          <a:p>
            <a:fld id="{1D8BD707-D9CF-40AE-B4C6-C98DA3205C09}" type="datetimeFigureOut">
              <a:rPr lang="en-US" smtClean="0"/>
              <a:pPr/>
              <a:t>9/17/2025</a:t>
            </a:fld>
            <a:endParaRPr lang="en-US"/>
          </a:p>
        </p:txBody>
      </p:sp>
      <p:sp>
        <p:nvSpPr>
          <p:cNvPr id="5" name="Footer Placeholder 4"/>
          <p:cNvSpPr>
            <a:spLocks noGrp="1"/>
          </p:cNvSpPr>
          <p:nvPr>
            <p:ph type="ftr" sz="quarter" idx="11"/>
          </p:nvPr>
        </p:nvSpPr>
        <p:spPr/>
        <p:txBody>
          <a:bodyPr/>
          <a:lstStyle>
            <a:lvl1pPr>
              <a:defRPr>
                <a:solidFill>
                  <a:schemeClr val="tx1">
                    <a:lumMod val="65000"/>
                  </a:schemeClr>
                </a:solidFill>
              </a:defRPr>
            </a:lvl1pPr>
          </a:lstStyle>
          <a:p>
            <a:endParaRPr lang="en-US"/>
          </a:p>
        </p:txBody>
      </p:sp>
      <p:sp>
        <p:nvSpPr>
          <p:cNvPr id="6" name="Slide Number Placeholder 5"/>
          <p:cNvSpPr>
            <a:spLocks noGrp="1"/>
          </p:cNvSpPr>
          <p:nvPr>
            <p:ph type="sldNum" sz="quarter" idx="12"/>
          </p:nvPr>
        </p:nvSpPr>
        <p:spPr/>
        <p:txBody>
          <a:bodyPr/>
          <a:lstStyle>
            <a:lvl1pPr>
              <a:defRPr>
                <a:solidFill>
                  <a:schemeClr val="tx1">
                    <a:lumMod val="65000"/>
                  </a:schemeClr>
                </a:solidFill>
              </a:defRPr>
            </a:lvl1pPr>
          </a:lstStyle>
          <a:p>
            <a:fld id="{B6F15528-21DE-4FAA-801E-634DDDAF4B2B}" type="slidenum">
              <a:rPr lang="en-US" smtClean="0"/>
              <a:pPr/>
              <a:t>‹#›</a:t>
            </a:fld>
            <a:endParaRPr lang="en-US"/>
          </a:p>
        </p:txBody>
      </p:sp>
      <p:sp>
        <p:nvSpPr>
          <p:cNvPr id="7" name="Rectangle 6"/>
          <p:cNvSpPr/>
          <p:nvPr/>
        </p:nvSpPr>
        <p:spPr>
          <a:xfrm>
            <a:off x="0" y="0"/>
            <a:ext cx="685800" cy="10287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231002373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pPr/>
              <a:t>9/17/2025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05749266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892808" y="1138428"/>
            <a:ext cx="14127480" cy="6062472"/>
          </a:xfrm>
        </p:spPr>
        <p:txBody>
          <a:bodyPr anchor="b">
            <a:normAutofit/>
          </a:bodyPr>
          <a:lstStyle>
            <a:lvl1pPr>
              <a:lnSpc>
                <a:spcPct val="85000"/>
              </a:lnSpc>
              <a:defRPr sz="10800" b="0"/>
            </a:lvl1pPr>
          </a:lstStyle>
          <a:p>
            <a:r>
              <a:rPr lang="en-US"/>
              <a:t>Click to edit Master title style</a:t>
            </a:r>
            <a:endParaRPr lang="en-US" dirty="0"/>
          </a:p>
        </p:txBody>
      </p:sp>
      <p:sp>
        <p:nvSpPr>
          <p:cNvPr id="3" name="Text Placeholder 2"/>
          <p:cNvSpPr>
            <a:spLocks noGrp="1"/>
          </p:cNvSpPr>
          <p:nvPr>
            <p:ph type="body" idx="1"/>
          </p:nvPr>
        </p:nvSpPr>
        <p:spPr>
          <a:xfrm>
            <a:off x="1892808" y="7200900"/>
            <a:ext cx="14127480" cy="2537460"/>
          </a:xfrm>
        </p:spPr>
        <p:txBody>
          <a:bodyPr anchor="t">
            <a:normAutofit/>
          </a:bodyPr>
          <a:lstStyle>
            <a:lvl1pPr marL="0" indent="0">
              <a:buNone/>
              <a:defRPr sz="3300">
                <a:solidFill>
                  <a:schemeClr val="tx1">
                    <a:lumMod val="65000"/>
                    <a:lumOff val="35000"/>
                  </a:schemeClr>
                </a:solidFill>
              </a:defRPr>
            </a:lvl1pPr>
            <a:lvl2pPr marL="685800" indent="0">
              <a:buNone/>
              <a:defRPr sz="2700">
                <a:solidFill>
                  <a:schemeClr val="tx1">
                    <a:tint val="75000"/>
                  </a:schemeClr>
                </a:solidFill>
              </a:defRPr>
            </a:lvl2pPr>
            <a:lvl3pPr marL="1371600" indent="0">
              <a:buNone/>
              <a:defRPr sz="2400">
                <a:solidFill>
                  <a:schemeClr val="tx1">
                    <a:tint val="75000"/>
                  </a:schemeClr>
                </a:solidFill>
              </a:defRPr>
            </a:lvl3pPr>
            <a:lvl4pPr marL="2057400" indent="0">
              <a:buNone/>
              <a:defRPr sz="2100">
                <a:solidFill>
                  <a:schemeClr val="tx1">
                    <a:tint val="75000"/>
                  </a:schemeClr>
                </a:solidFill>
              </a:defRPr>
            </a:lvl4pPr>
            <a:lvl5pPr marL="2743200" indent="0">
              <a:buNone/>
              <a:defRPr sz="2100">
                <a:solidFill>
                  <a:schemeClr val="tx1">
                    <a:tint val="75000"/>
                  </a:schemeClr>
                </a:solidFill>
              </a:defRPr>
            </a:lvl5pPr>
            <a:lvl6pPr marL="3429000" indent="0">
              <a:buNone/>
              <a:defRPr sz="2100">
                <a:solidFill>
                  <a:schemeClr val="tx1">
                    <a:tint val="75000"/>
                  </a:schemeClr>
                </a:solidFill>
              </a:defRPr>
            </a:lvl6pPr>
            <a:lvl7pPr marL="4114800" indent="0">
              <a:buNone/>
              <a:defRPr sz="2100">
                <a:solidFill>
                  <a:schemeClr val="tx1">
                    <a:tint val="75000"/>
                  </a:schemeClr>
                </a:solidFill>
              </a:defRPr>
            </a:lvl7pPr>
            <a:lvl8pPr marL="4800600" indent="0">
              <a:buNone/>
              <a:defRPr sz="2100">
                <a:solidFill>
                  <a:schemeClr val="tx1">
                    <a:tint val="75000"/>
                  </a:schemeClr>
                </a:solidFill>
              </a:defRPr>
            </a:lvl8pPr>
            <a:lvl9pPr marL="5486400" indent="0">
              <a:buNone/>
              <a:defRPr sz="21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9/17/2025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
        <p:nvSpPr>
          <p:cNvPr id="7" name="Rectangle 6"/>
          <p:cNvSpPr/>
          <p:nvPr/>
        </p:nvSpPr>
        <p:spPr>
          <a:xfrm>
            <a:off x="0" y="0"/>
            <a:ext cx="685800" cy="10287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350195492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892808" y="2743201"/>
            <a:ext cx="6720840" cy="6527006"/>
          </a:xfrm>
        </p:spPr>
        <p:txBody>
          <a:bodyPr/>
          <a:lstStyle>
            <a:lvl1pPr>
              <a:defRPr sz="2700"/>
            </a:lvl1pPr>
            <a:lvl2pPr>
              <a:defRPr sz="2400"/>
            </a:lvl2pPr>
            <a:lvl3pPr>
              <a:defRPr sz="2100"/>
            </a:lvl3pPr>
            <a:lvl4pPr>
              <a:defRPr sz="2100"/>
            </a:lvl4pPr>
            <a:lvl5pPr>
              <a:defRPr sz="2100"/>
            </a:lvl5pPr>
            <a:lvl6pPr>
              <a:defRPr sz="2100"/>
            </a:lvl6pPr>
            <a:lvl7pPr>
              <a:defRPr sz="2100"/>
            </a:lvl7pPr>
            <a:lvl8pPr>
              <a:defRPr sz="2100"/>
            </a:lvl8pPr>
            <a:lvl9pPr>
              <a:defRPr sz="21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9189720" y="2743201"/>
            <a:ext cx="6720840" cy="6527006"/>
          </a:xfrm>
        </p:spPr>
        <p:txBody>
          <a:bodyPr/>
          <a:lstStyle>
            <a:lvl1pPr>
              <a:defRPr sz="2700"/>
            </a:lvl1pPr>
            <a:lvl2pPr>
              <a:defRPr sz="2400"/>
            </a:lvl2pPr>
            <a:lvl3pPr>
              <a:defRPr sz="2100"/>
            </a:lvl3pPr>
            <a:lvl4pPr>
              <a:defRPr sz="2100"/>
            </a:lvl4pPr>
            <a:lvl5pPr>
              <a:defRPr sz="2100"/>
            </a:lvl5pPr>
            <a:lvl6pPr>
              <a:defRPr sz="2100"/>
            </a:lvl6pPr>
            <a:lvl7pPr>
              <a:defRPr sz="2100"/>
            </a:lvl7pPr>
            <a:lvl8pPr>
              <a:defRPr sz="2100"/>
            </a:lvl8pPr>
            <a:lvl9pPr>
              <a:defRPr sz="21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D8BD707-D9CF-40AE-B4C6-C98DA3205C09}" type="datetimeFigureOut">
              <a:rPr lang="en-US" smtClean="0"/>
              <a:pPr/>
              <a:t>9/17/2025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42169422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892808" y="2570483"/>
            <a:ext cx="6720840" cy="1097280"/>
          </a:xfrm>
        </p:spPr>
        <p:txBody>
          <a:bodyPr anchor="b">
            <a:normAutofit/>
          </a:bodyPr>
          <a:lstStyle>
            <a:lvl1pPr marL="0" indent="0">
              <a:spcBef>
                <a:spcPts val="0"/>
              </a:spcBef>
              <a:buNone/>
              <a:defRPr sz="3000" b="0">
                <a:solidFill>
                  <a:schemeClr val="tx2"/>
                </a:solidFill>
              </a:defRPr>
            </a:lvl1pPr>
            <a:lvl2pPr marL="685800" indent="0">
              <a:buNone/>
              <a:defRPr sz="3000" b="1"/>
            </a:lvl2pPr>
            <a:lvl3pPr marL="1371600" indent="0">
              <a:buNone/>
              <a:defRPr sz="2700" b="1"/>
            </a:lvl3pPr>
            <a:lvl4pPr marL="2057400" indent="0">
              <a:buNone/>
              <a:defRPr sz="2400" b="1"/>
            </a:lvl4pPr>
            <a:lvl5pPr marL="2743200" indent="0">
              <a:buNone/>
              <a:defRPr sz="2400" b="1"/>
            </a:lvl5pPr>
            <a:lvl6pPr marL="3429000" indent="0">
              <a:buNone/>
              <a:defRPr sz="2400" b="1"/>
            </a:lvl6pPr>
            <a:lvl7pPr marL="4114800" indent="0">
              <a:buNone/>
              <a:defRPr sz="2400" b="1"/>
            </a:lvl7pPr>
            <a:lvl8pPr marL="4800600" indent="0">
              <a:buNone/>
              <a:defRPr sz="2400" b="1"/>
            </a:lvl8pPr>
            <a:lvl9pPr marL="5486400" indent="0">
              <a:buNone/>
              <a:defRPr sz="2400" b="1"/>
            </a:lvl9pPr>
          </a:lstStyle>
          <a:p>
            <a:pPr lvl="0"/>
            <a:r>
              <a:rPr lang="en-US"/>
              <a:t>Click to edit Master text styles</a:t>
            </a:r>
          </a:p>
        </p:txBody>
      </p:sp>
      <p:sp>
        <p:nvSpPr>
          <p:cNvPr id="4" name="Content Placeholder 3"/>
          <p:cNvSpPr>
            <a:spLocks noGrp="1"/>
          </p:cNvSpPr>
          <p:nvPr>
            <p:ph sz="half" idx="2"/>
          </p:nvPr>
        </p:nvSpPr>
        <p:spPr>
          <a:xfrm>
            <a:off x="1892808" y="3761325"/>
            <a:ext cx="6720840" cy="5496975"/>
          </a:xfrm>
        </p:spPr>
        <p:txBody>
          <a:bodyPr/>
          <a:lstStyle>
            <a:lvl1pPr>
              <a:defRPr sz="2700"/>
            </a:lvl1pPr>
            <a:lvl2pPr>
              <a:defRPr sz="2400"/>
            </a:lvl2pPr>
            <a:lvl3pPr>
              <a:defRPr sz="2100"/>
            </a:lvl3pPr>
            <a:lvl4pPr>
              <a:defRPr sz="2100"/>
            </a:lvl4pPr>
            <a:lvl5pPr>
              <a:defRPr sz="2100"/>
            </a:lvl5pPr>
            <a:lvl6pPr>
              <a:defRPr sz="2100"/>
            </a:lvl6pPr>
            <a:lvl7pPr>
              <a:defRPr sz="2100"/>
            </a:lvl7pPr>
            <a:lvl8pPr>
              <a:defRPr sz="2100"/>
            </a:lvl8pPr>
            <a:lvl9pPr>
              <a:defRPr sz="21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9189720" y="2570483"/>
            <a:ext cx="6720840" cy="1097280"/>
          </a:xfrm>
        </p:spPr>
        <p:txBody>
          <a:bodyPr anchor="b">
            <a:normAutofit/>
          </a:bodyPr>
          <a:lstStyle>
            <a:lvl1pPr marL="0" indent="0">
              <a:lnSpc>
                <a:spcPct val="95000"/>
              </a:lnSpc>
              <a:spcBef>
                <a:spcPts val="0"/>
              </a:spcBef>
              <a:buNone/>
              <a:defRPr lang="en-US" sz="3000" b="0" kern="1200" dirty="0">
                <a:solidFill>
                  <a:schemeClr val="tx2"/>
                </a:solidFill>
                <a:latin typeface="+mn-lt"/>
                <a:ea typeface="+mn-ea"/>
                <a:cs typeface="+mn-cs"/>
              </a:defRPr>
            </a:lvl1pPr>
            <a:lvl2pPr marL="685800" indent="0">
              <a:buNone/>
              <a:defRPr sz="3000" b="1"/>
            </a:lvl2pPr>
            <a:lvl3pPr marL="1371600" indent="0">
              <a:buNone/>
              <a:defRPr sz="2700" b="1"/>
            </a:lvl3pPr>
            <a:lvl4pPr marL="2057400" indent="0">
              <a:buNone/>
              <a:defRPr sz="2400" b="1"/>
            </a:lvl4pPr>
            <a:lvl5pPr marL="2743200" indent="0">
              <a:buNone/>
              <a:defRPr sz="2400" b="1"/>
            </a:lvl5pPr>
            <a:lvl6pPr marL="3429000" indent="0">
              <a:buNone/>
              <a:defRPr sz="2400" b="1"/>
            </a:lvl6pPr>
            <a:lvl7pPr marL="4114800" indent="0">
              <a:buNone/>
              <a:defRPr sz="2400" b="1"/>
            </a:lvl7pPr>
            <a:lvl8pPr marL="4800600" indent="0">
              <a:buNone/>
              <a:defRPr sz="2400" b="1"/>
            </a:lvl8pPr>
            <a:lvl9pPr marL="5486400" indent="0">
              <a:buNone/>
              <a:defRPr sz="2400" b="1"/>
            </a:lvl9pPr>
          </a:lstStyle>
          <a:p>
            <a:pPr marL="0" lvl="0" indent="0" algn="l" defTabSz="1371600" rtl="0" eaLnBrk="1" latinLnBrk="0" hangingPunct="1">
              <a:lnSpc>
                <a:spcPct val="90000"/>
              </a:lnSpc>
              <a:spcBef>
                <a:spcPts val="3000"/>
              </a:spcBef>
              <a:buFontTx/>
              <a:buNone/>
            </a:pPr>
            <a:r>
              <a:rPr lang="en-US"/>
              <a:t>Click to edit Master text styles</a:t>
            </a:r>
          </a:p>
        </p:txBody>
      </p:sp>
      <p:sp>
        <p:nvSpPr>
          <p:cNvPr id="6" name="Content Placeholder 5"/>
          <p:cNvSpPr>
            <a:spLocks noGrp="1"/>
          </p:cNvSpPr>
          <p:nvPr>
            <p:ph sz="quarter" idx="4"/>
          </p:nvPr>
        </p:nvSpPr>
        <p:spPr>
          <a:xfrm>
            <a:off x="9189720" y="3761325"/>
            <a:ext cx="6720840" cy="5496975"/>
          </a:xfrm>
        </p:spPr>
        <p:txBody>
          <a:bodyPr/>
          <a:lstStyle>
            <a:lvl1pPr>
              <a:defRPr sz="2700"/>
            </a:lvl1pPr>
            <a:lvl2pPr>
              <a:defRPr sz="2400"/>
            </a:lvl2pPr>
            <a:lvl3pPr>
              <a:defRPr sz="2100"/>
            </a:lvl3pPr>
            <a:lvl4pPr>
              <a:defRPr sz="2100"/>
            </a:lvl4pPr>
            <a:lvl5pPr>
              <a:defRPr sz="2100"/>
            </a:lvl5pPr>
            <a:lvl6pPr>
              <a:defRPr sz="2100"/>
            </a:lvl6pPr>
            <a:lvl7pPr>
              <a:defRPr sz="2100"/>
            </a:lvl7pPr>
            <a:lvl8pPr>
              <a:defRPr sz="2100"/>
            </a:lvl8pPr>
            <a:lvl9pPr>
              <a:defRPr sz="21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D8BD707-D9CF-40AE-B4C6-C98DA3205C09}" type="datetimeFigureOut">
              <a:rPr lang="en-US" smtClean="0"/>
              <a:pPr/>
              <a:t>9/17/2025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42933623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D8BD707-D9CF-40AE-B4C6-C98DA3205C09}" type="datetimeFigureOut">
              <a:rPr lang="en-US" smtClean="0"/>
              <a:pPr/>
              <a:t>9/17/2025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41160550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9/17/2025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424085173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61872" y="685801"/>
            <a:ext cx="4800600" cy="2400296"/>
          </a:xfrm>
        </p:spPr>
        <p:txBody>
          <a:bodyPr anchor="b">
            <a:normAutofit/>
          </a:bodyPr>
          <a:lstStyle>
            <a:lvl1pPr>
              <a:defRPr sz="4800" b="0" baseline="0"/>
            </a:lvl1pPr>
          </a:lstStyle>
          <a:p>
            <a:r>
              <a:rPr lang="en-US"/>
              <a:t>Click to edit Master title style</a:t>
            </a:r>
            <a:endParaRPr lang="en-US" dirty="0"/>
          </a:p>
        </p:txBody>
      </p:sp>
      <p:sp>
        <p:nvSpPr>
          <p:cNvPr id="3" name="Content Placeholder 2"/>
          <p:cNvSpPr>
            <a:spLocks noGrp="1"/>
          </p:cNvSpPr>
          <p:nvPr>
            <p:ph idx="1"/>
          </p:nvPr>
        </p:nvSpPr>
        <p:spPr>
          <a:xfrm>
            <a:off x="6756401" y="1028700"/>
            <a:ext cx="9118599" cy="8229600"/>
          </a:xfrm>
        </p:spPr>
        <p:txBody>
          <a:bodyPr/>
          <a:lstStyle>
            <a:lvl1pPr>
              <a:defRPr sz="3000"/>
            </a:lvl1pPr>
            <a:lvl2pPr>
              <a:defRPr sz="2700"/>
            </a:lvl2pPr>
            <a:lvl3pPr>
              <a:defRPr sz="2400"/>
            </a:lvl3pPr>
            <a:lvl4pPr>
              <a:defRPr sz="2100"/>
            </a:lvl4pPr>
            <a:lvl5pPr>
              <a:defRPr sz="2100"/>
            </a:lvl5pPr>
            <a:lvl6pPr>
              <a:defRPr sz="2100"/>
            </a:lvl6pPr>
            <a:lvl7pPr>
              <a:defRPr sz="2100"/>
            </a:lvl7pPr>
            <a:lvl8pPr>
              <a:defRPr sz="2100"/>
            </a:lvl8pPr>
            <a:lvl9pPr>
              <a:defRPr sz="21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261872" y="3149602"/>
            <a:ext cx="4800600" cy="5715002"/>
          </a:xfrm>
        </p:spPr>
        <p:txBody>
          <a:bodyPr>
            <a:normAutofit/>
          </a:bodyPr>
          <a:lstStyle>
            <a:lvl1pPr marL="0" indent="0">
              <a:lnSpc>
                <a:spcPct val="114000"/>
              </a:lnSpc>
              <a:spcBef>
                <a:spcPts val="1200"/>
              </a:spcBef>
              <a:buNone/>
              <a:defRPr sz="1950"/>
            </a:lvl1pPr>
            <a:lvl2pPr marL="685800" indent="0">
              <a:buNone/>
              <a:defRPr sz="1800"/>
            </a:lvl2pPr>
            <a:lvl3pPr marL="1371600" indent="0">
              <a:buNone/>
              <a:defRPr sz="1500"/>
            </a:lvl3pPr>
            <a:lvl4pPr marL="2057400" indent="0">
              <a:buNone/>
              <a:defRPr sz="1350"/>
            </a:lvl4pPr>
            <a:lvl5pPr marL="2743200" indent="0">
              <a:buNone/>
              <a:defRPr sz="1350"/>
            </a:lvl5pPr>
            <a:lvl6pPr marL="3429000" indent="0">
              <a:buNone/>
              <a:defRPr sz="1350"/>
            </a:lvl6pPr>
            <a:lvl7pPr marL="4114800" indent="0">
              <a:buNone/>
              <a:defRPr sz="1350"/>
            </a:lvl7pPr>
            <a:lvl8pPr marL="4800600" indent="0">
              <a:buNone/>
              <a:defRPr sz="1350"/>
            </a:lvl8pPr>
            <a:lvl9pPr marL="5486400" indent="0">
              <a:buNone/>
              <a:defRPr sz="135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9/17/2025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11248817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7658100"/>
            <a:ext cx="16939260" cy="26289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371600" y="7886700"/>
            <a:ext cx="14973300" cy="1371600"/>
          </a:xfrm>
        </p:spPr>
        <p:txBody>
          <a:bodyPr anchor="b">
            <a:normAutofit/>
          </a:bodyPr>
          <a:lstStyle>
            <a:lvl1pPr>
              <a:defRPr sz="4200" b="0">
                <a:solidFill>
                  <a:schemeClr val="bg1"/>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1"/>
            <a:ext cx="16939260" cy="7693385"/>
          </a:xfrm>
          <a:solidFill>
            <a:schemeClr val="accent1"/>
          </a:solidFill>
        </p:spPr>
        <p:txBody>
          <a:bodyPr anchor="t"/>
          <a:lstStyle>
            <a:lvl1pPr marL="0" indent="0">
              <a:buNone/>
              <a:defRPr sz="4800">
                <a:solidFill>
                  <a:schemeClr val="bg1"/>
                </a:solidFill>
              </a:defRPr>
            </a:lvl1pPr>
            <a:lvl2pPr marL="685800" indent="0">
              <a:buNone/>
              <a:defRPr sz="4200"/>
            </a:lvl2pPr>
            <a:lvl3pPr marL="1371600" indent="0">
              <a:buNone/>
              <a:defRPr sz="3600"/>
            </a:lvl3pPr>
            <a:lvl4pPr marL="2057400" indent="0">
              <a:buNone/>
              <a:defRPr sz="3000"/>
            </a:lvl4pPr>
            <a:lvl5pPr marL="2743200" indent="0">
              <a:buNone/>
              <a:defRPr sz="3000"/>
            </a:lvl5pPr>
            <a:lvl6pPr marL="3429000" indent="0">
              <a:buNone/>
              <a:defRPr sz="3000"/>
            </a:lvl6pPr>
            <a:lvl7pPr marL="4114800" indent="0">
              <a:buNone/>
              <a:defRPr sz="3000"/>
            </a:lvl7pPr>
            <a:lvl8pPr marL="4800600" indent="0">
              <a:buNone/>
              <a:defRPr sz="3000"/>
            </a:lvl8pPr>
            <a:lvl9pPr marL="5486400" indent="0">
              <a:buNone/>
              <a:defRPr sz="3000"/>
            </a:lvl9pPr>
          </a:lstStyle>
          <a:p>
            <a:r>
              <a:rPr lang="en-US"/>
              <a:t>Click icon to add picture</a:t>
            </a:r>
            <a:endParaRPr lang="en-US" dirty="0"/>
          </a:p>
        </p:txBody>
      </p:sp>
      <p:sp>
        <p:nvSpPr>
          <p:cNvPr id="4" name="Text Placeholder 3"/>
          <p:cNvSpPr>
            <a:spLocks noGrp="1"/>
          </p:cNvSpPr>
          <p:nvPr>
            <p:ph type="body" sz="half" idx="2"/>
          </p:nvPr>
        </p:nvSpPr>
        <p:spPr>
          <a:xfrm>
            <a:off x="1371600" y="9162884"/>
            <a:ext cx="14973300" cy="895517"/>
          </a:xfrm>
        </p:spPr>
        <p:txBody>
          <a:bodyPr>
            <a:normAutofit/>
          </a:bodyPr>
          <a:lstStyle>
            <a:lvl1pPr marL="0" indent="0">
              <a:lnSpc>
                <a:spcPct val="100000"/>
              </a:lnSpc>
              <a:spcBef>
                <a:spcPts val="1200"/>
              </a:spcBef>
              <a:buNone/>
              <a:defRPr sz="1950">
                <a:solidFill>
                  <a:schemeClr val="bg1">
                    <a:lumMod val="85000"/>
                  </a:schemeClr>
                </a:solidFill>
              </a:defRPr>
            </a:lvl1pPr>
            <a:lvl2pPr marL="685800" indent="0">
              <a:buNone/>
              <a:defRPr sz="1800"/>
            </a:lvl2pPr>
            <a:lvl3pPr marL="1371600" indent="0">
              <a:buNone/>
              <a:defRPr sz="1500"/>
            </a:lvl3pPr>
            <a:lvl4pPr marL="2057400" indent="0">
              <a:buNone/>
              <a:defRPr sz="1350"/>
            </a:lvl4pPr>
            <a:lvl5pPr marL="2743200" indent="0">
              <a:buNone/>
              <a:defRPr sz="1350"/>
            </a:lvl5pPr>
            <a:lvl6pPr marL="3429000" indent="0">
              <a:buNone/>
              <a:defRPr sz="1350"/>
            </a:lvl6pPr>
            <a:lvl7pPr marL="4114800" indent="0">
              <a:buNone/>
              <a:defRPr sz="1350"/>
            </a:lvl7pPr>
            <a:lvl8pPr marL="4800600" indent="0">
              <a:buNone/>
              <a:defRPr sz="1350"/>
            </a:lvl8pPr>
            <a:lvl9pPr marL="5486400" indent="0">
              <a:buNone/>
              <a:defRPr sz="135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9/17/2025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87347301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pPr/>
              <a:t>9/17/2025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88030758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2973050" y="571500"/>
            <a:ext cx="3714750" cy="8846343"/>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143000" y="571500"/>
            <a:ext cx="11601450" cy="884634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pPr/>
              <a:t>9/17/2025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86554500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7" name="Rectangle 6"/>
          <p:cNvSpPr/>
          <p:nvPr/>
        </p:nvSpPr>
        <p:spPr>
          <a:xfrm>
            <a:off x="16939260" y="0"/>
            <a:ext cx="1371600" cy="10287000"/>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892808" y="548640"/>
            <a:ext cx="14538960" cy="1988343"/>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892808" y="2743201"/>
            <a:ext cx="12893040" cy="652700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16200000">
            <a:off x="16196314" y="1497806"/>
            <a:ext cx="2857499" cy="547688"/>
          </a:xfrm>
          <a:prstGeom prst="rect">
            <a:avLst/>
          </a:prstGeom>
        </p:spPr>
        <p:txBody>
          <a:bodyPr vert="horz" lIns="91440" tIns="45720" rIns="91440" bIns="45720" rtlCol="0" anchor="ctr"/>
          <a:lstStyle>
            <a:lvl1pPr algn="r">
              <a:defRPr sz="1575" b="0">
                <a:solidFill>
                  <a:schemeClr val="tx2">
                    <a:lumMod val="20000"/>
                    <a:lumOff val="80000"/>
                  </a:schemeClr>
                </a:solidFill>
              </a:defRPr>
            </a:lvl1pPr>
          </a:lstStyle>
          <a:p>
            <a:fld id="{1D8BD707-D9CF-40AE-B4C6-C98DA3205C09}" type="datetimeFigureOut">
              <a:rPr lang="en-US" smtClean="0"/>
              <a:pPr/>
              <a:t>9/17/2025</a:t>
            </a:fld>
            <a:endParaRPr lang="en-US"/>
          </a:p>
        </p:txBody>
      </p:sp>
      <p:sp>
        <p:nvSpPr>
          <p:cNvPr id="5" name="Footer Placeholder 4"/>
          <p:cNvSpPr>
            <a:spLocks noGrp="1"/>
          </p:cNvSpPr>
          <p:nvPr>
            <p:ph type="ftr" sz="quarter" idx="3"/>
          </p:nvPr>
        </p:nvSpPr>
        <p:spPr>
          <a:xfrm rot="16200000">
            <a:off x="14939012" y="6069806"/>
            <a:ext cx="5372100" cy="547688"/>
          </a:xfrm>
          <a:prstGeom prst="rect">
            <a:avLst/>
          </a:prstGeom>
        </p:spPr>
        <p:txBody>
          <a:bodyPr vert="horz" lIns="91440" tIns="45720" rIns="91440" bIns="45720" rtlCol="0" anchor="ctr"/>
          <a:lstStyle>
            <a:lvl1pPr algn="l">
              <a:defRPr sz="1575">
                <a:solidFill>
                  <a:schemeClr val="tx2">
                    <a:lumMod val="20000"/>
                    <a:lumOff val="80000"/>
                  </a:schemeClr>
                </a:solidFill>
              </a:defRPr>
            </a:lvl1pPr>
          </a:lstStyle>
          <a:p>
            <a:endParaRPr lang="en-US"/>
          </a:p>
        </p:txBody>
      </p:sp>
      <p:sp>
        <p:nvSpPr>
          <p:cNvPr id="6" name="Slide Number Placeholder 5"/>
          <p:cNvSpPr>
            <a:spLocks noGrp="1"/>
          </p:cNvSpPr>
          <p:nvPr>
            <p:ph type="sldNum" sz="quarter" idx="4"/>
          </p:nvPr>
        </p:nvSpPr>
        <p:spPr>
          <a:xfrm>
            <a:off x="16939260" y="9258301"/>
            <a:ext cx="1371600" cy="890588"/>
          </a:xfrm>
          <a:prstGeom prst="rect">
            <a:avLst/>
          </a:prstGeom>
        </p:spPr>
        <p:txBody>
          <a:bodyPr vert="horz" lIns="45720" tIns="45720" rIns="45720" bIns="45720" rtlCol="0" anchor="ctr">
            <a:normAutofit/>
          </a:bodyPr>
          <a:lstStyle>
            <a:lvl1pPr algn="ctr">
              <a:defRPr sz="5400">
                <a:solidFill>
                  <a:schemeClr val="tx2">
                    <a:lumMod val="60000"/>
                    <a:lumOff val="40000"/>
                  </a:schemeClr>
                </a:solidFill>
              </a:defRPr>
            </a:lvl1pPr>
          </a:lstStyle>
          <a:p>
            <a:fld id="{B6F15528-21DE-4FAA-801E-634DDDAF4B2B}" type="slidenum">
              <a:rPr lang="en-US" smtClean="0"/>
              <a:pPr/>
              <a:t>‹#›</a:t>
            </a:fld>
            <a:endParaRPr lang="en-US"/>
          </a:p>
        </p:txBody>
      </p:sp>
    </p:spTree>
    <p:extLst>
      <p:ext uri="{BB962C8B-B14F-4D97-AF65-F5344CB8AC3E}">
        <p14:creationId xmlns:p14="http://schemas.microsoft.com/office/powerpoint/2010/main" val="1429246655"/>
      </p:ext>
    </p:extLst>
  </p:cSld>
  <p:clrMap bg1="lt1" tx1="dk1" bg2="lt2" tx2="dk2" accent1="accent1" accent2="accent2" accent3="accent3" accent4="accent4" accent5="accent5" accent6="accent6" hlink="hlink" folHlink="folHlink"/>
  <p:sldLayoutIdLst>
    <p:sldLayoutId id="2147483679" r:id="rId1"/>
    <p:sldLayoutId id="2147483680" r:id="rId2"/>
    <p:sldLayoutId id="2147483681" r:id="rId3"/>
    <p:sldLayoutId id="2147483682" r:id="rId4"/>
    <p:sldLayoutId id="2147483683" r:id="rId5"/>
    <p:sldLayoutId id="2147483684" r:id="rId6"/>
    <p:sldLayoutId id="2147483685" r:id="rId7"/>
    <p:sldLayoutId id="2147483686" r:id="rId8"/>
    <p:sldLayoutId id="2147483687" r:id="rId9"/>
    <p:sldLayoutId id="2147483688" r:id="rId10"/>
    <p:sldLayoutId id="2147483689" r:id="rId11"/>
  </p:sldLayoutIdLst>
  <p:txStyles>
    <p:titleStyle>
      <a:lvl1pPr algn="l" defTabSz="1371600" rtl="0" eaLnBrk="1" latinLnBrk="0" hangingPunct="1">
        <a:lnSpc>
          <a:spcPct val="90000"/>
        </a:lnSpc>
        <a:spcBef>
          <a:spcPct val="0"/>
        </a:spcBef>
        <a:buNone/>
        <a:defRPr sz="6600" kern="1200" spc="-75" baseline="0">
          <a:solidFill>
            <a:schemeClr val="tx1"/>
          </a:solidFill>
          <a:latin typeface="+mj-lt"/>
          <a:ea typeface="+mj-ea"/>
          <a:cs typeface="+mj-cs"/>
        </a:defRPr>
      </a:lvl1pPr>
    </p:titleStyle>
    <p:bodyStyle>
      <a:lvl1pPr marL="274320" indent="-274320" algn="l" defTabSz="1371600" rtl="0" eaLnBrk="1" latinLnBrk="0" hangingPunct="1">
        <a:lnSpc>
          <a:spcPct val="95000"/>
        </a:lnSpc>
        <a:spcBef>
          <a:spcPts val="2100"/>
        </a:spcBef>
        <a:spcAft>
          <a:spcPts val="300"/>
        </a:spcAft>
        <a:buClr>
          <a:schemeClr val="accent1"/>
        </a:buClr>
        <a:buSzPct val="80000"/>
        <a:buFont typeface="Arial" pitchFamily="34" charset="0"/>
        <a:buChar char="•"/>
        <a:defRPr sz="2700" kern="1200" spc="15" baseline="0">
          <a:solidFill>
            <a:schemeClr val="tx1"/>
          </a:solidFill>
          <a:latin typeface="+mn-lt"/>
          <a:ea typeface="+mn-ea"/>
          <a:cs typeface="+mn-cs"/>
        </a:defRPr>
      </a:lvl1pPr>
      <a:lvl2pPr marL="685800" indent="-274320" algn="l" defTabSz="1371600" rtl="0" eaLnBrk="1" latinLnBrk="0" hangingPunct="1">
        <a:lnSpc>
          <a:spcPct val="90000"/>
        </a:lnSpc>
        <a:spcBef>
          <a:spcPts val="450"/>
        </a:spcBef>
        <a:spcAft>
          <a:spcPts val="450"/>
        </a:spcAft>
        <a:buClr>
          <a:schemeClr val="accent1"/>
        </a:buClr>
        <a:buFont typeface="Wingdings 2" pitchFamily="18" charset="2"/>
        <a:buChar char=""/>
        <a:defRPr sz="2400" kern="1200">
          <a:solidFill>
            <a:schemeClr val="tx1">
              <a:lumMod val="85000"/>
              <a:lumOff val="15000"/>
            </a:schemeClr>
          </a:solidFill>
          <a:latin typeface="+mn-lt"/>
          <a:ea typeface="+mn-ea"/>
          <a:cs typeface="+mn-cs"/>
        </a:defRPr>
      </a:lvl2pPr>
      <a:lvl3pPr marL="1097280" indent="-274320" algn="l" defTabSz="1371600" rtl="0" eaLnBrk="1" latinLnBrk="0" hangingPunct="1">
        <a:lnSpc>
          <a:spcPct val="90000"/>
        </a:lnSpc>
        <a:spcBef>
          <a:spcPts val="450"/>
        </a:spcBef>
        <a:spcAft>
          <a:spcPts val="450"/>
        </a:spcAft>
        <a:buClr>
          <a:schemeClr val="accent1"/>
        </a:buClr>
        <a:buFont typeface="Wingdings 2" pitchFamily="18" charset="2"/>
        <a:buChar char=""/>
        <a:defRPr sz="2100" kern="1200">
          <a:solidFill>
            <a:schemeClr val="tx1">
              <a:lumMod val="85000"/>
              <a:lumOff val="15000"/>
            </a:schemeClr>
          </a:solidFill>
          <a:latin typeface="+mn-lt"/>
          <a:ea typeface="+mn-ea"/>
          <a:cs typeface="+mn-cs"/>
        </a:defRPr>
      </a:lvl3pPr>
      <a:lvl4pPr marL="1508760" indent="-274320" algn="l" defTabSz="1371600" rtl="0" eaLnBrk="1" latinLnBrk="0" hangingPunct="1">
        <a:lnSpc>
          <a:spcPct val="90000"/>
        </a:lnSpc>
        <a:spcBef>
          <a:spcPts val="450"/>
        </a:spcBef>
        <a:spcAft>
          <a:spcPts val="450"/>
        </a:spcAft>
        <a:buClr>
          <a:schemeClr val="accent1"/>
        </a:buClr>
        <a:buFont typeface="Wingdings 2" pitchFamily="18" charset="2"/>
        <a:buChar char=""/>
        <a:defRPr sz="2100" kern="1200">
          <a:solidFill>
            <a:schemeClr val="tx1">
              <a:lumMod val="85000"/>
              <a:lumOff val="15000"/>
            </a:schemeClr>
          </a:solidFill>
          <a:latin typeface="+mn-lt"/>
          <a:ea typeface="+mn-ea"/>
          <a:cs typeface="+mn-cs"/>
        </a:defRPr>
      </a:lvl4pPr>
      <a:lvl5pPr marL="1920240" indent="-274320" algn="l" defTabSz="1371600" rtl="0" eaLnBrk="1" latinLnBrk="0" hangingPunct="1">
        <a:lnSpc>
          <a:spcPct val="90000"/>
        </a:lnSpc>
        <a:spcBef>
          <a:spcPts val="450"/>
        </a:spcBef>
        <a:spcAft>
          <a:spcPts val="450"/>
        </a:spcAft>
        <a:buClr>
          <a:schemeClr val="accent1"/>
        </a:buClr>
        <a:buFont typeface="Wingdings 2" pitchFamily="18" charset="2"/>
        <a:buChar char=""/>
        <a:defRPr sz="2100" kern="1200">
          <a:solidFill>
            <a:schemeClr val="tx1">
              <a:lumMod val="85000"/>
              <a:lumOff val="15000"/>
            </a:schemeClr>
          </a:solidFill>
          <a:latin typeface="+mn-lt"/>
          <a:ea typeface="+mn-ea"/>
          <a:cs typeface="+mn-cs"/>
        </a:defRPr>
      </a:lvl5pPr>
      <a:lvl6pPr marL="2400000" indent="-342900" algn="l" defTabSz="1371600" rtl="0" eaLnBrk="1" latinLnBrk="0" hangingPunct="1">
        <a:lnSpc>
          <a:spcPct val="90000"/>
        </a:lnSpc>
        <a:spcBef>
          <a:spcPts val="450"/>
        </a:spcBef>
        <a:spcAft>
          <a:spcPts val="450"/>
        </a:spcAft>
        <a:buClr>
          <a:schemeClr val="accent1"/>
        </a:buClr>
        <a:buFont typeface="Wingdings 2" pitchFamily="18" charset="2"/>
        <a:buChar char=""/>
        <a:defRPr sz="2100" kern="1200">
          <a:solidFill>
            <a:schemeClr val="tx1">
              <a:lumMod val="85000"/>
              <a:lumOff val="15000"/>
            </a:schemeClr>
          </a:solidFill>
          <a:latin typeface="+mn-lt"/>
          <a:ea typeface="+mn-ea"/>
          <a:cs typeface="+mn-cs"/>
        </a:defRPr>
      </a:lvl6pPr>
      <a:lvl7pPr marL="2850000" indent="-342900" algn="l" defTabSz="1371600" rtl="0" eaLnBrk="1" latinLnBrk="0" hangingPunct="1">
        <a:lnSpc>
          <a:spcPct val="90000"/>
        </a:lnSpc>
        <a:spcBef>
          <a:spcPts val="450"/>
        </a:spcBef>
        <a:spcAft>
          <a:spcPts val="450"/>
        </a:spcAft>
        <a:buClr>
          <a:schemeClr val="accent1"/>
        </a:buClr>
        <a:buFont typeface="Wingdings 2" pitchFamily="18" charset="2"/>
        <a:buChar char=""/>
        <a:defRPr sz="2100" kern="1200">
          <a:solidFill>
            <a:schemeClr val="tx1">
              <a:lumMod val="85000"/>
              <a:lumOff val="15000"/>
            </a:schemeClr>
          </a:solidFill>
          <a:latin typeface="+mn-lt"/>
          <a:ea typeface="+mn-ea"/>
          <a:cs typeface="+mn-cs"/>
        </a:defRPr>
      </a:lvl7pPr>
      <a:lvl8pPr marL="3300000" indent="-342900" algn="l" defTabSz="1371600" rtl="0" eaLnBrk="1" latinLnBrk="0" hangingPunct="1">
        <a:lnSpc>
          <a:spcPct val="90000"/>
        </a:lnSpc>
        <a:spcBef>
          <a:spcPts val="450"/>
        </a:spcBef>
        <a:spcAft>
          <a:spcPts val="450"/>
        </a:spcAft>
        <a:buClr>
          <a:schemeClr val="accent1"/>
        </a:buClr>
        <a:buFont typeface="Wingdings 2" pitchFamily="18" charset="2"/>
        <a:buChar char=""/>
        <a:defRPr sz="2100" kern="1200">
          <a:solidFill>
            <a:schemeClr val="tx1">
              <a:lumMod val="85000"/>
              <a:lumOff val="15000"/>
            </a:schemeClr>
          </a:solidFill>
          <a:latin typeface="+mn-lt"/>
          <a:ea typeface="+mn-ea"/>
          <a:cs typeface="+mn-cs"/>
        </a:defRPr>
      </a:lvl8pPr>
      <a:lvl9pPr marL="3750000" indent="-342900" algn="l" defTabSz="1371600" rtl="0" eaLnBrk="1" latinLnBrk="0" hangingPunct="1">
        <a:lnSpc>
          <a:spcPct val="90000"/>
        </a:lnSpc>
        <a:spcBef>
          <a:spcPts val="450"/>
        </a:spcBef>
        <a:spcAft>
          <a:spcPts val="450"/>
        </a:spcAft>
        <a:buClr>
          <a:schemeClr val="accent1"/>
        </a:buClr>
        <a:buFont typeface="Wingdings 2" pitchFamily="18" charset="2"/>
        <a:buChar char=""/>
        <a:defRPr sz="2100" kern="1200">
          <a:solidFill>
            <a:schemeClr val="tx1">
              <a:lumMod val="85000"/>
              <a:lumOff val="15000"/>
            </a:schemeClr>
          </a:solidFill>
          <a:latin typeface="+mn-lt"/>
          <a:ea typeface="+mn-ea"/>
          <a:cs typeface="+mn-cs"/>
        </a:defRPr>
      </a:lvl9pPr>
    </p:bodyStyle>
    <p:other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4.sv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6.svg"/><Relationship Id="rId7" Type="http://schemas.openxmlformats.org/officeDocument/2006/relationships/image" Target="../media/image4.svg"/><Relationship Id="rId2" Type="http://schemas.openxmlformats.org/officeDocument/2006/relationships/image" Target="../media/image5.png"/><Relationship Id="rId1" Type="http://schemas.openxmlformats.org/officeDocument/2006/relationships/slideLayout" Target="../slideLayouts/slideLayout7.xml"/><Relationship Id="rId6" Type="http://schemas.openxmlformats.org/officeDocument/2006/relationships/image" Target="../media/image3.png"/><Relationship Id="rId5" Type="http://schemas.openxmlformats.org/officeDocument/2006/relationships/image" Target="../media/image2.svg"/><Relationship Id="rId4" Type="http://schemas.openxmlformats.org/officeDocument/2006/relationships/image" Target="../media/image1.png"/></Relationships>
</file>

<file path=ppt/slides/_rels/slide3.xml.rels><?xml version="1.0" encoding="UTF-8" standalone="yes"?>
<Relationships xmlns="http://schemas.openxmlformats.org/package/2006/relationships"><Relationship Id="rId3" Type="http://schemas.openxmlformats.org/officeDocument/2006/relationships/image" Target="../media/image6.svg"/><Relationship Id="rId7" Type="http://schemas.openxmlformats.org/officeDocument/2006/relationships/image" Target="../media/image4.svg"/><Relationship Id="rId2" Type="http://schemas.openxmlformats.org/officeDocument/2006/relationships/image" Target="../media/image5.png"/><Relationship Id="rId1" Type="http://schemas.openxmlformats.org/officeDocument/2006/relationships/slideLayout" Target="../slideLayouts/slideLayout7.xml"/><Relationship Id="rId6" Type="http://schemas.openxmlformats.org/officeDocument/2006/relationships/image" Target="../media/image3.png"/><Relationship Id="rId5" Type="http://schemas.openxmlformats.org/officeDocument/2006/relationships/image" Target="../media/image2.svg"/><Relationship Id="rId4" Type="http://schemas.openxmlformats.org/officeDocument/2006/relationships/image" Target="../media/image1.png"/></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7.jp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image" Target="../media/image6.svg"/></Relationships>
</file>

<file path=ppt/slides/_rels/slide5.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Layout" Target="../slideLayouts/slideLayout7.xml"/><Relationship Id="rId5" Type="http://schemas.openxmlformats.org/officeDocument/2006/relationships/image" Target="../media/image4.svg"/><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 Id="rId5" Type="http://schemas.openxmlformats.org/officeDocument/2006/relationships/image" Target="../media/image2.svg"/><Relationship Id="rId4" Type="http://schemas.openxmlformats.org/officeDocument/2006/relationships/image" Target="../media/image1.png"/></Relationships>
</file>

<file path=ppt/slides/_rels/slide7.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Layout" Target="../slideLayouts/slideLayout7.xml"/><Relationship Id="rId5" Type="http://schemas.openxmlformats.org/officeDocument/2006/relationships/image" Target="../media/image4.svg"/><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image" Target="../media/image8.png"/><Relationship Id="rId5" Type="http://schemas.openxmlformats.org/officeDocument/2006/relationships/image" Target="../media/image6.svg"/><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image" Target="../media/image9.jpg"/><Relationship Id="rId5" Type="http://schemas.openxmlformats.org/officeDocument/2006/relationships/image" Target="../media/image6.svg"/><Relationship Id="rId4" Type="http://schemas.openxmlformats.org/officeDocument/2006/relationships/image" Target="../media/image5.png"/></Relationships>
</file>

<file path=ppt/slides/_rels/slide10.xml.rels><?xml version="1.0" encoding="UTF-8" standalone="yes"?>
<Relationships xmlns="http://schemas.openxmlformats.org/package/2006/relationships"><Relationship Id="rId3" Type="http://schemas.openxmlformats.org/officeDocument/2006/relationships/image" Target="../media/image6.svg"/><Relationship Id="rId7" Type="http://schemas.openxmlformats.org/officeDocument/2006/relationships/image" Target="../media/image4.svg"/><Relationship Id="rId2" Type="http://schemas.openxmlformats.org/officeDocument/2006/relationships/image" Target="../media/image5.png"/><Relationship Id="rId1" Type="http://schemas.openxmlformats.org/officeDocument/2006/relationships/slideLayout" Target="../slideLayouts/slideLayout7.xml"/><Relationship Id="rId6" Type="http://schemas.openxmlformats.org/officeDocument/2006/relationships/image" Target="../media/image3.png"/><Relationship Id="rId5" Type="http://schemas.openxmlformats.org/officeDocument/2006/relationships/image" Target="../media/image2.svg"/><Relationship Id="rId4" Type="http://schemas.openxmlformats.org/officeDocument/2006/relationships/image" Target="../media/image1.png"/></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7.xml"/><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image" Target="../media/image6.svg"/></Relationships>
</file>

<file path=ppt/slides/_rels/slide12.xml.rels><?xml version="1.0" encoding="UTF-8" standalone="yes"?>
<Relationships xmlns="http://schemas.openxmlformats.org/package/2006/relationships"><Relationship Id="rId3" Type="http://schemas.openxmlformats.org/officeDocument/2006/relationships/image" Target="../media/image6.svg"/><Relationship Id="rId7" Type="http://schemas.openxmlformats.org/officeDocument/2006/relationships/image" Target="../media/image4.svg"/><Relationship Id="rId2" Type="http://schemas.openxmlformats.org/officeDocument/2006/relationships/image" Target="../media/image5.png"/><Relationship Id="rId1" Type="http://schemas.openxmlformats.org/officeDocument/2006/relationships/slideLayout" Target="../slideLayouts/slideLayout7.xml"/><Relationship Id="rId6" Type="http://schemas.openxmlformats.org/officeDocument/2006/relationships/image" Target="../media/image3.png"/><Relationship Id="rId5" Type="http://schemas.openxmlformats.org/officeDocument/2006/relationships/image" Target="../media/image2.svg"/><Relationship Id="rId4"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reeform 3"/>
          <p:cNvSpPr/>
          <p:nvPr/>
        </p:nvSpPr>
        <p:spPr>
          <a:xfrm rot="-1266137">
            <a:off x="-1277219" y="5897732"/>
            <a:ext cx="5210769" cy="6721137"/>
          </a:xfrm>
          <a:custGeom>
            <a:avLst/>
            <a:gdLst/>
            <a:ahLst/>
            <a:cxnLst/>
            <a:rect l="l" t="t" r="r" b="b"/>
            <a:pathLst>
              <a:path w="5210769" h="6721137">
                <a:moveTo>
                  <a:pt x="0" y="0"/>
                </a:moveTo>
                <a:lnTo>
                  <a:pt x="5210769" y="0"/>
                </a:lnTo>
                <a:lnTo>
                  <a:pt x="5210769" y="6721136"/>
                </a:lnTo>
                <a:lnTo>
                  <a:pt x="0" y="672113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4" name="Freeform 4"/>
          <p:cNvSpPr/>
          <p:nvPr/>
        </p:nvSpPr>
        <p:spPr>
          <a:xfrm rot="7896641">
            <a:off x="14219511" y="-1673902"/>
            <a:ext cx="4096053" cy="7060062"/>
          </a:xfrm>
          <a:custGeom>
            <a:avLst/>
            <a:gdLst/>
            <a:ahLst/>
            <a:cxnLst/>
            <a:rect l="l" t="t" r="r" b="b"/>
            <a:pathLst>
              <a:path w="4096053" h="7060062">
                <a:moveTo>
                  <a:pt x="0" y="0"/>
                </a:moveTo>
                <a:lnTo>
                  <a:pt x="4096053" y="0"/>
                </a:lnTo>
                <a:lnTo>
                  <a:pt x="4096053" y="7060062"/>
                </a:lnTo>
                <a:lnTo>
                  <a:pt x="0" y="7060062"/>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sp>
        <p:nvSpPr>
          <p:cNvPr id="7" name="TextBox 7"/>
          <p:cNvSpPr txBox="1"/>
          <p:nvPr/>
        </p:nvSpPr>
        <p:spPr>
          <a:xfrm>
            <a:off x="152400" y="2781300"/>
            <a:ext cx="16002000" cy="3492431"/>
          </a:xfrm>
          <a:prstGeom prst="rect">
            <a:avLst/>
          </a:prstGeom>
        </p:spPr>
        <p:txBody>
          <a:bodyPr wrap="square" lIns="0" tIns="0" rIns="0" bIns="0" rtlCol="0" anchor="t">
            <a:spAutoFit/>
          </a:bodyPr>
          <a:lstStyle/>
          <a:p>
            <a:pPr algn="ctr">
              <a:lnSpc>
                <a:spcPts val="4299"/>
              </a:lnSpc>
              <a:spcBef>
                <a:spcPct val="0"/>
              </a:spcBef>
            </a:pPr>
            <a:r>
              <a:rPr lang="en-US" sz="5400" b="1" dirty="0">
                <a:solidFill>
                  <a:srgbClr val="000000"/>
                </a:solidFill>
                <a:latin typeface="Libre Baskerville"/>
              </a:rPr>
              <a:t>SMART HOME LOAD FORECASTING</a:t>
            </a:r>
          </a:p>
          <a:p>
            <a:pPr algn="ctr">
              <a:lnSpc>
                <a:spcPts val="4299"/>
              </a:lnSpc>
              <a:spcBef>
                <a:spcPct val="0"/>
              </a:spcBef>
            </a:pPr>
            <a:endParaRPr lang="en-US" sz="5400" b="1" dirty="0">
              <a:solidFill>
                <a:srgbClr val="000000"/>
              </a:solidFill>
              <a:latin typeface="Libre Baskerville"/>
            </a:endParaRPr>
          </a:p>
          <a:p>
            <a:pPr algn="ctr">
              <a:lnSpc>
                <a:spcPts val="4299"/>
              </a:lnSpc>
              <a:spcBef>
                <a:spcPct val="0"/>
              </a:spcBef>
            </a:pPr>
            <a:r>
              <a:rPr lang="en-US" sz="5400" b="1" dirty="0">
                <a:solidFill>
                  <a:srgbClr val="000000"/>
                </a:solidFill>
                <a:latin typeface="Libre Baskerville"/>
              </a:rPr>
              <a:t> USING</a:t>
            </a:r>
          </a:p>
          <a:p>
            <a:pPr algn="ctr">
              <a:lnSpc>
                <a:spcPts val="4299"/>
              </a:lnSpc>
              <a:spcBef>
                <a:spcPct val="0"/>
              </a:spcBef>
            </a:pPr>
            <a:endParaRPr lang="en-US" sz="5400" b="1" dirty="0">
              <a:solidFill>
                <a:srgbClr val="000000"/>
              </a:solidFill>
              <a:latin typeface="Libre Baskerville"/>
            </a:endParaRPr>
          </a:p>
          <a:p>
            <a:pPr algn="ctr">
              <a:lnSpc>
                <a:spcPts val="4299"/>
              </a:lnSpc>
              <a:spcBef>
                <a:spcPct val="0"/>
              </a:spcBef>
            </a:pPr>
            <a:endParaRPr lang="en-US" sz="9600" b="1" dirty="0">
              <a:solidFill>
                <a:srgbClr val="FF0000"/>
              </a:solidFill>
              <a:latin typeface="Libre Baskerville"/>
            </a:endParaRPr>
          </a:p>
          <a:p>
            <a:pPr algn="ctr">
              <a:lnSpc>
                <a:spcPts val="4299"/>
              </a:lnSpc>
              <a:spcBef>
                <a:spcPct val="0"/>
              </a:spcBef>
            </a:pPr>
            <a:r>
              <a:rPr lang="en-US" sz="9600" b="1" dirty="0">
                <a:solidFill>
                  <a:srgbClr val="FF0000"/>
                </a:solidFill>
                <a:latin typeface="Libre Baskerville"/>
              </a:rPr>
              <a:t> LSTM</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4793258" y="-2351602"/>
            <a:ext cx="6626483" cy="5715000"/>
          </a:xfrm>
          <a:custGeom>
            <a:avLst/>
            <a:gdLst/>
            <a:ahLst/>
            <a:cxnLst/>
            <a:rect l="l" t="t" r="r" b="b"/>
            <a:pathLst>
              <a:path w="6626483" h="5715000">
                <a:moveTo>
                  <a:pt x="0" y="0"/>
                </a:moveTo>
                <a:lnTo>
                  <a:pt x="6626483" y="0"/>
                </a:lnTo>
                <a:lnTo>
                  <a:pt x="6626483" y="5715000"/>
                </a:lnTo>
                <a:lnTo>
                  <a:pt x="0" y="57150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dirty="0"/>
          </a:p>
        </p:txBody>
      </p:sp>
      <p:sp>
        <p:nvSpPr>
          <p:cNvPr id="4" name="TextBox 4"/>
          <p:cNvSpPr txBox="1"/>
          <p:nvPr/>
        </p:nvSpPr>
        <p:spPr>
          <a:xfrm>
            <a:off x="440329" y="538133"/>
            <a:ext cx="11872695" cy="1211224"/>
          </a:xfrm>
          <a:prstGeom prst="rect">
            <a:avLst/>
          </a:prstGeom>
        </p:spPr>
        <p:txBody>
          <a:bodyPr wrap="square" lIns="0" tIns="0" rIns="0" bIns="0" rtlCol="0" anchor="t">
            <a:spAutoFit/>
          </a:bodyPr>
          <a:lstStyle/>
          <a:p>
            <a:pPr>
              <a:lnSpc>
                <a:spcPts val="9060"/>
              </a:lnSpc>
            </a:pPr>
            <a:r>
              <a:rPr lang="en-US" sz="9060" dirty="0">
                <a:solidFill>
                  <a:srgbClr val="000000"/>
                </a:solidFill>
                <a:latin typeface="Yeseva One"/>
              </a:rPr>
              <a:t>Introduction</a:t>
            </a:r>
          </a:p>
        </p:txBody>
      </p:sp>
      <p:sp>
        <p:nvSpPr>
          <p:cNvPr id="5" name="TextBox 5"/>
          <p:cNvSpPr txBox="1"/>
          <p:nvPr/>
        </p:nvSpPr>
        <p:spPr>
          <a:xfrm>
            <a:off x="-446631" y="1844115"/>
            <a:ext cx="18116332" cy="7407990"/>
          </a:xfrm>
          <a:prstGeom prst="rect">
            <a:avLst/>
          </a:prstGeom>
        </p:spPr>
        <p:txBody>
          <a:bodyPr lIns="720000" tIns="0" rIns="720000" bIns="0" rtlCol="0" anchor="t">
            <a:spAutoFit/>
          </a:bodyPr>
          <a:lstStyle/>
          <a:p>
            <a:pPr>
              <a:lnSpc>
                <a:spcPts val="3120"/>
              </a:lnSpc>
            </a:pPr>
            <a:endParaRPr dirty="0"/>
          </a:p>
          <a:p>
            <a:pPr marL="673608" lvl="1" indent="-336804">
              <a:lnSpc>
                <a:spcPts val="3120"/>
              </a:lnSpc>
              <a:buFont typeface="Arial"/>
              <a:buChar char="•"/>
            </a:pPr>
            <a:r>
              <a:rPr lang="en-US" sz="3120" dirty="0">
                <a:solidFill>
                  <a:srgbClr val="000000"/>
                </a:solidFill>
                <a:latin typeface="Aptos Display" panose="020B0004020202020204" pitchFamily="34" charset="0"/>
              </a:rPr>
              <a:t>Smart Home Load Forecasting using Long Short-Term Memory </a:t>
            </a:r>
          </a:p>
          <a:p>
            <a:pPr>
              <a:lnSpc>
                <a:spcPts val="3120"/>
              </a:lnSpc>
            </a:pPr>
            <a:r>
              <a:rPr lang="en-US" sz="3120" dirty="0">
                <a:solidFill>
                  <a:srgbClr val="000000"/>
                </a:solidFill>
                <a:latin typeface="Aptos Display" panose="020B0004020202020204" pitchFamily="34" charset="0"/>
              </a:rPr>
              <a:t>       (LSTM) neural networks involves utilizing LSTM's capabilities to model </a:t>
            </a:r>
          </a:p>
          <a:p>
            <a:pPr>
              <a:lnSpc>
                <a:spcPts val="3120"/>
              </a:lnSpc>
            </a:pPr>
            <a:r>
              <a:rPr lang="en-US" sz="3120" dirty="0">
                <a:solidFill>
                  <a:srgbClr val="000000"/>
                </a:solidFill>
                <a:latin typeface="Aptos Display" panose="020B0004020202020204" pitchFamily="34" charset="0"/>
              </a:rPr>
              <a:t>       and predict energy consumption patterns in a smart home.</a:t>
            </a:r>
          </a:p>
          <a:p>
            <a:pPr>
              <a:lnSpc>
                <a:spcPts val="3120"/>
              </a:lnSpc>
            </a:pPr>
            <a:endParaRPr lang="en-US" sz="3120" dirty="0">
              <a:solidFill>
                <a:srgbClr val="000000"/>
              </a:solidFill>
              <a:latin typeface="Aptos Display" panose="020B0004020202020204" pitchFamily="34" charset="0"/>
            </a:endParaRPr>
          </a:p>
          <a:p>
            <a:pPr marL="673608" lvl="1" indent="-336804">
              <a:lnSpc>
                <a:spcPts val="3120"/>
              </a:lnSpc>
              <a:buFont typeface="Arial"/>
              <a:buChar char="•"/>
            </a:pPr>
            <a:r>
              <a:rPr lang="en-US" sz="3120" dirty="0">
                <a:solidFill>
                  <a:srgbClr val="000000"/>
                </a:solidFill>
                <a:latin typeface="Aptos Display" panose="020B0004020202020204" pitchFamily="34" charset="0"/>
              </a:rPr>
              <a:t>LSTM stands for long short-term memory networks, used in the field</a:t>
            </a:r>
          </a:p>
          <a:p>
            <a:pPr>
              <a:lnSpc>
                <a:spcPts val="3120"/>
              </a:lnSpc>
            </a:pPr>
            <a:r>
              <a:rPr lang="en-US" sz="3120" dirty="0">
                <a:solidFill>
                  <a:srgbClr val="000000"/>
                </a:solidFill>
                <a:latin typeface="Aptos Display" panose="020B0004020202020204" pitchFamily="34" charset="0"/>
              </a:rPr>
              <a:t>       of Deep Learning.  It is a variety of recurrent neural networks (RNNs) that </a:t>
            </a:r>
          </a:p>
          <a:p>
            <a:pPr>
              <a:lnSpc>
                <a:spcPts val="3120"/>
              </a:lnSpc>
            </a:pPr>
            <a:r>
              <a:rPr lang="en-US" sz="3120" dirty="0">
                <a:solidFill>
                  <a:srgbClr val="000000"/>
                </a:solidFill>
                <a:latin typeface="Aptos Display" panose="020B0004020202020204" pitchFamily="34" charset="0"/>
              </a:rPr>
              <a:t>       are capable of learning long-term data dependencies, especially in </a:t>
            </a:r>
          </a:p>
          <a:p>
            <a:pPr>
              <a:lnSpc>
                <a:spcPts val="3120"/>
              </a:lnSpc>
            </a:pPr>
            <a:r>
              <a:rPr lang="en-US" sz="3120" dirty="0">
                <a:solidFill>
                  <a:srgbClr val="000000"/>
                </a:solidFill>
                <a:latin typeface="Aptos Display" panose="020B0004020202020204" pitchFamily="34" charset="0"/>
              </a:rPr>
              <a:t>       sequence prediction problems.</a:t>
            </a:r>
          </a:p>
          <a:p>
            <a:pPr>
              <a:lnSpc>
                <a:spcPts val="3120"/>
              </a:lnSpc>
            </a:pPr>
            <a:endParaRPr lang="en-US" sz="3120" dirty="0">
              <a:solidFill>
                <a:srgbClr val="000000"/>
              </a:solidFill>
              <a:latin typeface="Aptos Display" panose="020B0004020202020204" pitchFamily="34" charset="0"/>
            </a:endParaRPr>
          </a:p>
          <a:p>
            <a:pPr marL="673608" lvl="1" indent="-336804">
              <a:lnSpc>
                <a:spcPts val="3463"/>
              </a:lnSpc>
              <a:buFont typeface="Arial"/>
              <a:buChar char="•"/>
            </a:pPr>
            <a:r>
              <a:rPr lang="en-US" sz="3120" dirty="0">
                <a:solidFill>
                  <a:srgbClr val="000000"/>
                </a:solidFill>
                <a:latin typeface="Aptos Display" panose="020B0004020202020204" pitchFamily="34" charset="0"/>
              </a:rPr>
              <a:t>This task can be accomplished by gathering historical data on energy consumption, Data processing, splitting the dataset into training, validation, testing sets, organizing the data into sequences, Designing the LSTM model architecture, Training the LSTM Model, Evaluating, Deployment, Real-time Forecasting and Continuous Monitoring.</a:t>
            </a:r>
          </a:p>
          <a:p>
            <a:pPr marL="336804" lvl="1">
              <a:lnSpc>
                <a:spcPts val="3463"/>
              </a:lnSpc>
            </a:pPr>
            <a:endParaRPr lang="en-US" sz="3120" dirty="0">
              <a:solidFill>
                <a:srgbClr val="000000"/>
              </a:solidFill>
              <a:latin typeface="Aptos Display" panose="020B0004020202020204" pitchFamily="34" charset="0"/>
            </a:endParaRPr>
          </a:p>
          <a:p>
            <a:pPr marL="673608" lvl="1" indent="-336804">
              <a:lnSpc>
                <a:spcPts val="3120"/>
              </a:lnSpc>
              <a:buFont typeface="Arial"/>
              <a:buChar char="•"/>
            </a:pPr>
            <a:r>
              <a:rPr lang="en-US" sz="3120" dirty="0">
                <a:solidFill>
                  <a:srgbClr val="000000"/>
                </a:solidFill>
                <a:latin typeface="Aptos Display" panose="020B0004020202020204" pitchFamily="34" charset="0"/>
              </a:rPr>
              <a:t>The recurrent nature of LSTM is used for capturing the time-dependent nature of energy consumption patterns in smart homes.</a:t>
            </a:r>
          </a:p>
          <a:p>
            <a:pPr>
              <a:lnSpc>
                <a:spcPts val="2871"/>
              </a:lnSpc>
            </a:pPr>
            <a:endParaRPr lang="en-US" sz="3120" dirty="0">
              <a:solidFill>
                <a:srgbClr val="000000"/>
              </a:solidFill>
              <a:latin typeface="DM Sans"/>
            </a:endParaRPr>
          </a:p>
        </p:txBody>
      </p:sp>
      <p:sp>
        <p:nvSpPr>
          <p:cNvPr id="6" name="Freeform 6"/>
          <p:cNvSpPr/>
          <p:nvPr/>
        </p:nvSpPr>
        <p:spPr>
          <a:xfrm rot="14898049">
            <a:off x="11919745" y="8344317"/>
            <a:ext cx="5210769" cy="6721137"/>
          </a:xfrm>
          <a:custGeom>
            <a:avLst/>
            <a:gdLst/>
            <a:ahLst/>
            <a:cxnLst/>
            <a:rect l="l" t="t" r="r" b="b"/>
            <a:pathLst>
              <a:path w="5210769" h="6721137">
                <a:moveTo>
                  <a:pt x="0" y="0"/>
                </a:moveTo>
                <a:lnTo>
                  <a:pt x="5210769" y="0"/>
                </a:lnTo>
                <a:lnTo>
                  <a:pt x="5210769" y="6721137"/>
                </a:lnTo>
                <a:lnTo>
                  <a:pt x="0" y="6721137"/>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sp>
        <p:nvSpPr>
          <p:cNvPr id="7" name="Freeform 3"/>
          <p:cNvSpPr/>
          <p:nvPr/>
        </p:nvSpPr>
        <p:spPr>
          <a:xfrm rot="-5569636">
            <a:off x="-707273" y="-2386286"/>
            <a:ext cx="4096053" cy="7060062"/>
          </a:xfrm>
          <a:custGeom>
            <a:avLst/>
            <a:gdLst/>
            <a:ahLst/>
            <a:cxnLst/>
            <a:rect l="l" t="t" r="r" b="b"/>
            <a:pathLst>
              <a:path w="4096053" h="7060062">
                <a:moveTo>
                  <a:pt x="0" y="0"/>
                </a:moveTo>
                <a:lnTo>
                  <a:pt x="4096053" y="0"/>
                </a:lnTo>
                <a:lnTo>
                  <a:pt x="4096053" y="7060062"/>
                </a:lnTo>
                <a:lnTo>
                  <a:pt x="0" y="7060062"/>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4793258" y="-2351602"/>
            <a:ext cx="6626483" cy="5715000"/>
          </a:xfrm>
          <a:custGeom>
            <a:avLst/>
            <a:gdLst/>
            <a:ahLst/>
            <a:cxnLst/>
            <a:rect l="l" t="t" r="r" b="b"/>
            <a:pathLst>
              <a:path w="6626483" h="5715000">
                <a:moveTo>
                  <a:pt x="0" y="0"/>
                </a:moveTo>
                <a:lnTo>
                  <a:pt x="6626483" y="0"/>
                </a:lnTo>
                <a:lnTo>
                  <a:pt x="6626483" y="5715000"/>
                </a:lnTo>
                <a:lnTo>
                  <a:pt x="0" y="57150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dirty="0"/>
          </a:p>
        </p:txBody>
      </p:sp>
      <p:sp>
        <p:nvSpPr>
          <p:cNvPr id="4" name="TextBox 4"/>
          <p:cNvSpPr txBox="1"/>
          <p:nvPr/>
        </p:nvSpPr>
        <p:spPr>
          <a:xfrm>
            <a:off x="609600" y="1028700"/>
            <a:ext cx="18592800" cy="1166986"/>
          </a:xfrm>
          <a:prstGeom prst="rect">
            <a:avLst/>
          </a:prstGeom>
        </p:spPr>
        <p:txBody>
          <a:bodyPr wrap="square" lIns="0" tIns="0" rIns="0" bIns="0" rtlCol="0" anchor="t">
            <a:spAutoFit/>
          </a:bodyPr>
          <a:lstStyle/>
          <a:p>
            <a:pPr>
              <a:lnSpc>
                <a:spcPts val="9060"/>
              </a:lnSpc>
            </a:pPr>
            <a:r>
              <a:rPr lang="en-US" sz="9060" dirty="0">
                <a:solidFill>
                  <a:srgbClr val="000000"/>
                </a:solidFill>
                <a:latin typeface="Yeseva One"/>
              </a:rPr>
              <a:t>Objectives</a:t>
            </a:r>
          </a:p>
        </p:txBody>
      </p:sp>
      <p:sp>
        <p:nvSpPr>
          <p:cNvPr id="5" name="TextBox 5"/>
          <p:cNvSpPr txBox="1"/>
          <p:nvPr/>
        </p:nvSpPr>
        <p:spPr>
          <a:xfrm>
            <a:off x="-333265" y="2265742"/>
            <a:ext cx="18116332" cy="4021550"/>
          </a:xfrm>
          <a:prstGeom prst="rect">
            <a:avLst/>
          </a:prstGeom>
        </p:spPr>
        <p:txBody>
          <a:bodyPr lIns="720000" tIns="0" rIns="720000" bIns="0" rtlCol="0" anchor="ctr">
            <a:spAutoFit/>
          </a:bodyPr>
          <a:lstStyle/>
          <a:p>
            <a:pPr>
              <a:lnSpc>
                <a:spcPts val="3120"/>
              </a:lnSpc>
            </a:pPr>
            <a:endParaRPr dirty="0"/>
          </a:p>
          <a:p>
            <a:pPr marL="673608" lvl="1" indent="-336804">
              <a:lnSpc>
                <a:spcPts val="3120"/>
              </a:lnSpc>
              <a:buFont typeface="Arial"/>
              <a:buChar char="•"/>
            </a:pPr>
            <a:r>
              <a:rPr lang="en-US" sz="4000" dirty="0">
                <a:solidFill>
                  <a:srgbClr val="000000"/>
                </a:solidFill>
                <a:latin typeface="Aptos Display" panose="020B0004020202020204" pitchFamily="34" charset="0"/>
              </a:rPr>
              <a:t>Energy management &amp; renewable energy integration</a:t>
            </a:r>
          </a:p>
          <a:p>
            <a:pPr marL="336804" lvl="1">
              <a:lnSpc>
                <a:spcPts val="3120"/>
              </a:lnSpc>
            </a:pPr>
            <a:endParaRPr lang="en-US" sz="4000" dirty="0">
              <a:solidFill>
                <a:srgbClr val="000000"/>
              </a:solidFill>
              <a:latin typeface="Aptos Display" panose="020B0004020202020204" pitchFamily="34" charset="0"/>
            </a:endParaRPr>
          </a:p>
          <a:p>
            <a:pPr marL="673608" lvl="1" indent="-336804">
              <a:lnSpc>
                <a:spcPts val="3120"/>
              </a:lnSpc>
              <a:buFont typeface="Arial"/>
              <a:buChar char="•"/>
            </a:pPr>
            <a:r>
              <a:rPr lang="en-US" sz="4000" dirty="0">
                <a:solidFill>
                  <a:srgbClr val="000000"/>
                </a:solidFill>
                <a:latin typeface="Aptos Display" panose="020B0004020202020204" pitchFamily="34" charset="0"/>
              </a:rPr>
              <a:t>Communication &amp; networking</a:t>
            </a:r>
          </a:p>
          <a:p>
            <a:pPr marL="336804" lvl="1">
              <a:lnSpc>
                <a:spcPts val="3120"/>
              </a:lnSpc>
            </a:pPr>
            <a:endParaRPr lang="en-US" sz="4000" dirty="0">
              <a:solidFill>
                <a:srgbClr val="000000"/>
              </a:solidFill>
              <a:latin typeface="Aptos Display" panose="020B0004020202020204" pitchFamily="34" charset="0"/>
            </a:endParaRPr>
          </a:p>
          <a:p>
            <a:pPr marL="673608" lvl="1" indent="-336804">
              <a:lnSpc>
                <a:spcPts val="3120"/>
              </a:lnSpc>
              <a:buFont typeface="Arial"/>
              <a:buChar char="•"/>
            </a:pPr>
            <a:r>
              <a:rPr lang="en-US" sz="4000" dirty="0">
                <a:solidFill>
                  <a:srgbClr val="000000"/>
                </a:solidFill>
                <a:latin typeface="Aptos Display" panose="020B0004020202020204" pitchFamily="34" charset="0"/>
              </a:rPr>
              <a:t> Embedded system &amp; SBC optimization</a:t>
            </a:r>
          </a:p>
          <a:p>
            <a:pPr marL="336804" lvl="1">
              <a:lnSpc>
                <a:spcPts val="3120"/>
              </a:lnSpc>
            </a:pPr>
            <a:endParaRPr lang="en-US" sz="4000" dirty="0">
              <a:solidFill>
                <a:srgbClr val="000000"/>
              </a:solidFill>
              <a:latin typeface="Aptos Display" panose="020B0004020202020204" pitchFamily="34" charset="0"/>
            </a:endParaRPr>
          </a:p>
          <a:p>
            <a:pPr marL="673608" lvl="1" indent="-336804">
              <a:lnSpc>
                <a:spcPts val="3120"/>
              </a:lnSpc>
              <a:buFont typeface="Arial"/>
              <a:buChar char="•"/>
            </a:pPr>
            <a:r>
              <a:rPr lang="en-US" sz="4000" dirty="0">
                <a:solidFill>
                  <a:srgbClr val="000000"/>
                </a:solidFill>
                <a:latin typeface="Aptos Display" panose="020B0004020202020204" pitchFamily="34" charset="0"/>
              </a:rPr>
              <a:t>IOT &amp; sensor networks</a:t>
            </a:r>
          </a:p>
          <a:p>
            <a:pPr marL="336804" lvl="1">
              <a:lnSpc>
                <a:spcPts val="3120"/>
              </a:lnSpc>
            </a:pPr>
            <a:endParaRPr lang="en-US" sz="4000" dirty="0">
              <a:solidFill>
                <a:srgbClr val="000000"/>
              </a:solidFill>
              <a:latin typeface="Aptos Display" panose="020B0004020202020204" pitchFamily="34" charset="0"/>
            </a:endParaRPr>
          </a:p>
          <a:p>
            <a:pPr marL="673608" lvl="1" indent="-336804">
              <a:lnSpc>
                <a:spcPts val="3120"/>
              </a:lnSpc>
              <a:buFont typeface="Arial"/>
              <a:buChar char="•"/>
            </a:pPr>
            <a:r>
              <a:rPr lang="en-US" sz="4000" dirty="0">
                <a:solidFill>
                  <a:srgbClr val="000000"/>
                </a:solidFill>
                <a:latin typeface="Aptos Display" panose="020B0004020202020204" pitchFamily="34" charset="0"/>
              </a:rPr>
              <a:t>Security &amp; privacy</a:t>
            </a:r>
            <a:endParaRPr lang="en-US" sz="4000" dirty="0">
              <a:solidFill>
                <a:srgbClr val="000000"/>
              </a:solidFill>
              <a:latin typeface="DM Sans"/>
            </a:endParaRPr>
          </a:p>
        </p:txBody>
      </p:sp>
      <p:sp>
        <p:nvSpPr>
          <p:cNvPr id="6" name="Freeform 6"/>
          <p:cNvSpPr/>
          <p:nvPr/>
        </p:nvSpPr>
        <p:spPr>
          <a:xfrm rot="14898049">
            <a:off x="11919745" y="8344317"/>
            <a:ext cx="5210769" cy="6721137"/>
          </a:xfrm>
          <a:custGeom>
            <a:avLst/>
            <a:gdLst/>
            <a:ahLst/>
            <a:cxnLst/>
            <a:rect l="l" t="t" r="r" b="b"/>
            <a:pathLst>
              <a:path w="5210769" h="6721137">
                <a:moveTo>
                  <a:pt x="0" y="0"/>
                </a:moveTo>
                <a:lnTo>
                  <a:pt x="5210769" y="0"/>
                </a:lnTo>
                <a:lnTo>
                  <a:pt x="5210769" y="6721137"/>
                </a:lnTo>
                <a:lnTo>
                  <a:pt x="0" y="6721137"/>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sp>
        <p:nvSpPr>
          <p:cNvPr id="7" name="Freeform 3"/>
          <p:cNvSpPr/>
          <p:nvPr/>
        </p:nvSpPr>
        <p:spPr>
          <a:xfrm rot="-5569636">
            <a:off x="-707273" y="-2386286"/>
            <a:ext cx="4096053" cy="7060062"/>
          </a:xfrm>
          <a:custGeom>
            <a:avLst/>
            <a:gdLst/>
            <a:ahLst/>
            <a:cxnLst/>
            <a:rect l="l" t="t" r="r" b="b"/>
            <a:pathLst>
              <a:path w="4096053" h="7060062">
                <a:moveTo>
                  <a:pt x="0" y="0"/>
                </a:moveTo>
                <a:lnTo>
                  <a:pt x="4096053" y="0"/>
                </a:lnTo>
                <a:lnTo>
                  <a:pt x="4096053" y="7060062"/>
                </a:lnTo>
                <a:lnTo>
                  <a:pt x="0" y="7060062"/>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US"/>
          </a:p>
        </p:txBody>
      </p:sp>
    </p:spTree>
    <p:extLst>
      <p:ext uri="{BB962C8B-B14F-4D97-AF65-F5344CB8AC3E}">
        <p14:creationId xmlns:p14="http://schemas.microsoft.com/office/powerpoint/2010/main" val="335948198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3182600" y="-2514881"/>
            <a:ext cx="6626483" cy="5715000"/>
          </a:xfrm>
          <a:custGeom>
            <a:avLst/>
            <a:gdLst/>
            <a:ahLst/>
            <a:cxnLst/>
            <a:rect l="l" t="t" r="r" b="b"/>
            <a:pathLst>
              <a:path w="6626483" h="5715000">
                <a:moveTo>
                  <a:pt x="0" y="0"/>
                </a:moveTo>
                <a:lnTo>
                  <a:pt x="6626484" y="0"/>
                </a:lnTo>
                <a:lnTo>
                  <a:pt x="6626484" y="5715000"/>
                </a:lnTo>
                <a:lnTo>
                  <a:pt x="0" y="571500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sp>
        <p:nvSpPr>
          <p:cNvPr id="3" name="Freeform 3"/>
          <p:cNvSpPr/>
          <p:nvPr/>
        </p:nvSpPr>
        <p:spPr>
          <a:xfrm rot="-5569636">
            <a:off x="435727" y="-2567678"/>
            <a:ext cx="4096053" cy="7060062"/>
          </a:xfrm>
          <a:custGeom>
            <a:avLst/>
            <a:gdLst/>
            <a:ahLst/>
            <a:cxnLst/>
            <a:rect l="l" t="t" r="r" b="b"/>
            <a:pathLst>
              <a:path w="4096053" h="7060062">
                <a:moveTo>
                  <a:pt x="0" y="0"/>
                </a:moveTo>
                <a:lnTo>
                  <a:pt x="4096053" y="0"/>
                </a:lnTo>
                <a:lnTo>
                  <a:pt x="4096053" y="7060062"/>
                </a:lnTo>
                <a:lnTo>
                  <a:pt x="0" y="7060062"/>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US"/>
          </a:p>
        </p:txBody>
      </p:sp>
      <p:sp>
        <p:nvSpPr>
          <p:cNvPr id="4" name="Freeform 4"/>
          <p:cNvSpPr/>
          <p:nvPr/>
        </p:nvSpPr>
        <p:spPr>
          <a:xfrm rot="-3755510">
            <a:off x="13077518" y="5056570"/>
            <a:ext cx="4096053" cy="7060062"/>
          </a:xfrm>
          <a:custGeom>
            <a:avLst/>
            <a:gdLst/>
            <a:ahLst/>
            <a:cxnLst/>
            <a:rect l="l" t="t" r="r" b="b"/>
            <a:pathLst>
              <a:path w="4096053" h="7060062">
                <a:moveTo>
                  <a:pt x="0" y="0"/>
                </a:moveTo>
                <a:lnTo>
                  <a:pt x="4096053" y="0"/>
                </a:lnTo>
                <a:lnTo>
                  <a:pt x="4096053" y="7060061"/>
                </a:lnTo>
                <a:lnTo>
                  <a:pt x="0" y="7060061"/>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US"/>
          </a:p>
        </p:txBody>
      </p:sp>
      <p:sp>
        <p:nvSpPr>
          <p:cNvPr id="5" name="TextBox 5"/>
          <p:cNvSpPr txBox="1"/>
          <p:nvPr/>
        </p:nvSpPr>
        <p:spPr>
          <a:xfrm>
            <a:off x="606406" y="-96375"/>
            <a:ext cx="10682711" cy="1294655"/>
          </a:xfrm>
          <a:prstGeom prst="rect">
            <a:avLst/>
          </a:prstGeom>
        </p:spPr>
        <p:txBody>
          <a:bodyPr wrap="square" lIns="0" tIns="0" rIns="0" bIns="0" rtlCol="0" anchor="t">
            <a:spAutoFit/>
          </a:bodyPr>
          <a:lstStyle/>
          <a:p>
            <a:pPr>
              <a:lnSpc>
                <a:spcPts val="10541"/>
              </a:lnSpc>
            </a:pPr>
            <a:r>
              <a:rPr lang="en-US" sz="7529" dirty="0">
                <a:solidFill>
                  <a:srgbClr val="000000"/>
                </a:solidFill>
                <a:latin typeface="Yeseva One"/>
              </a:rPr>
              <a:t>Flowchart:</a:t>
            </a:r>
          </a:p>
        </p:txBody>
      </p:sp>
      <p:sp>
        <p:nvSpPr>
          <p:cNvPr id="6" name="TextBox 6"/>
          <p:cNvSpPr txBox="1"/>
          <p:nvPr/>
        </p:nvSpPr>
        <p:spPr>
          <a:xfrm>
            <a:off x="0" y="1408955"/>
            <a:ext cx="16641022" cy="539058"/>
          </a:xfrm>
          <a:prstGeom prst="rect">
            <a:avLst/>
          </a:prstGeom>
        </p:spPr>
        <p:txBody>
          <a:bodyPr wrap="square" lIns="720000" tIns="0" rIns="720000" bIns="0" rtlCol="0" anchor="t">
            <a:spAutoFit/>
          </a:bodyPr>
          <a:lstStyle/>
          <a:p>
            <a:pPr>
              <a:lnSpc>
                <a:spcPts val="4493"/>
              </a:lnSpc>
            </a:pPr>
            <a:endParaRPr lang="en-US" sz="3209" dirty="0">
              <a:solidFill>
                <a:srgbClr val="000000"/>
              </a:solidFill>
              <a:latin typeface="Canva Sans"/>
            </a:endParaRPr>
          </a:p>
        </p:txBody>
      </p:sp>
      <p:pic>
        <p:nvPicPr>
          <p:cNvPr id="8" name="Picture 7">
            <a:extLst>
              <a:ext uri="{FF2B5EF4-FFF2-40B4-BE49-F238E27FC236}">
                <a16:creationId xmlns:a16="http://schemas.microsoft.com/office/drawing/2014/main" id="{10E0DDBF-3420-971A-4BE7-5B05FC9E4537}"/>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6110507" y="-43515"/>
            <a:ext cx="6705600" cy="10337801"/>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316260238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3182600" y="-2514881"/>
            <a:ext cx="6626483" cy="5715000"/>
          </a:xfrm>
          <a:custGeom>
            <a:avLst/>
            <a:gdLst/>
            <a:ahLst/>
            <a:cxnLst/>
            <a:rect l="l" t="t" r="r" b="b"/>
            <a:pathLst>
              <a:path w="6626483" h="5715000">
                <a:moveTo>
                  <a:pt x="0" y="0"/>
                </a:moveTo>
                <a:lnTo>
                  <a:pt x="6626484" y="0"/>
                </a:lnTo>
                <a:lnTo>
                  <a:pt x="6626484" y="5715000"/>
                </a:lnTo>
                <a:lnTo>
                  <a:pt x="0" y="57150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3" name="Freeform 3"/>
          <p:cNvSpPr/>
          <p:nvPr/>
        </p:nvSpPr>
        <p:spPr>
          <a:xfrm rot="-5569636">
            <a:off x="435727" y="-2567678"/>
            <a:ext cx="4096053" cy="7060062"/>
          </a:xfrm>
          <a:custGeom>
            <a:avLst/>
            <a:gdLst/>
            <a:ahLst/>
            <a:cxnLst/>
            <a:rect l="l" t="t" r="r" b="b"/>
            <a:pathLst>
              <a:path w="4096053" h="7060062">
                <a:moveTo>
                  <a:pt x="0" y="0"/>
                </a:moveTo>
                <a:lnTo>
                  <a:pt x="4096053" y="0"/>
                </a:lnTo>
                <a:lnTo>
                  <a:pt x="4096053" y="7060062"/>
                </a:lnTo>
                <a:lnTo>
                  <a:pt x="0" y="7060062"/>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sp>
        <p:nvSpPr>
          <p:cNvPr id="4" name="Freeform 4"/>
          <p:cNvSpPr/>
          <p:nvPr/>
        </p:nvSpPr>
        <p:spPr>
          <a:xfrm rot="-3755510">
            <a:off x="13077518" y="5056570"/>
            <a:ext cx="4096053" cy="7060062"/>
          </a:xfrm>
          <a:custGeom>
            <a:avLst/>
            <a:gdLst/>
            <a:ahLst/>
            <a:cxnLst/>
            <a:rect l="l" t="t" r="r" b="b"/>
            <a:pathLst>
              <a:path w="4096053" h="7060062">
                <a:moveTo>
                  <a:pt x="0" y="0"/>
                </a:moveTo>
                <a:lnTo>
                  <a:pt x="4096053" y="0"/>
                </a:lnTo>
                <a:lnTo>
                  <a:pt x="4096053" y="7060061"/>
                </a:lnTo>
                <a:lnTo>
                  <a:pt x="0" y="7060061"/>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sp>
        <p:nvSpPr>
          <p:cNvPr id="5" name="TextBox 5"/>
          <p:cNvSpPr txBox="1"/>
          <p:nvPr/>
        </p:nvSpPr>
        <p:spPr>
          <a:xfrm>
            <a:off x="685800" y="25810"/>
            <a:ext cx="10682711" cy="1294655"/>
          </a:xfrm>
          <a:prstGeom prst="rect">
            <a:avLst/>
          </a:prstGeom>
        </p:spPr>
        <p:txBody>
          <a:bodyPr wrap="square" lIns="0" tIns="0" rIns="0" bIns="0" rtlCol="0" anchor="t">
            <a:spAutoFit/>
          </a:bodyPr>
          <a:lstStyle/>
          <a:p>
            <a:pPr>
              <a:lnSpc>
                <a:spcPts val="10541"/>
              </a:lnSpc>
            </a:pPr>
            <a:r>
              <a:rPr lang="en-US" sz="7529" dirty="0">
                <a:solidFill>
                  <a:srgbClr val="000000"/>
                </a:solidFill>
                <a:latin typeface="Yeseva One"/>
              </a:rPr>
              <a:t>Pseudo Code</a:t>
            </a:r>
          </a:p>
        </p:txBody>
      </p:sp>
      <p:sp>
        <p:nvSpPr>
          <p:cNvPr id="6" name="TextBox 6"/>
          <p:cNvSpPr txBox="1"/>
          <p:nvPr/>
        </p:nvSpPr>
        <p:spPr>
          <a:xfrm>
            <a:off x="0" y="1408955"/>
            <a:ext cx="16641022" cy="9772355"/>
          </a:xfrm>
          <a:prstGeom prst="rect">
            <a:avLst/>
          </a:prstGeom>
        </p:spPr>
        <p:txBody>
          <a:bodyPr wrap="square" lIns="720000" tIns="0" rIns="720000" bIns="0" rtlCol="0" anchor="t">
            <a:spAutoFit/>
          </a:bodyPr>
          <a:lstStyle/>
          <a:p>
            <a:pPr>
              <a:lnSpc>
                <a:spcPts val="4493"/>
              </a:lnSpc>
            </a:pPr>
            <a:r>
              <a:rPr lang="en-US" sz="3200" dirty="0">
                <a:solidFill>
                  <a:srgbClr val="000000"/>
                </a:solidFill>
                <a:latin typeface="Aptos Display" panose="020B0004020202020204" pitchFamily="34" charset="0"/>
                <a:ea typeface="Calibri" panose="020F0502020204030204" pitchFamily="34" charset="0"/>
                <a:cs typeface="Calibri" panose="020F0502020204030204" pitchFamily="34" charset="0"/>
              </a:rPr>
              <a:t>1</a:t>
            </a:r>
            <a:r>
              <a:rPr lang="en-US" sz="2800" dirty="0">
                <a:solidFill>
                  <a:srgbClr val="000000"/>
                </a:solidFill>
                <a:latin typeface="Aptos Display" panose="020B0004020202020204" pitchFamily="34" charset="0"/>
                <a:ea typeface="Calibri" panose="020F0502020204030204" pitchFamily="34" charset="0"/>
                <a:cs typeface="Calibri" panose="020F0502020204030204" pitchFamily="34" charset="0"/>
              </a:rPr>
              <a:t>. </a:t>
            </a:r>
            <a:r>
              <a:rPr lang="en-US" sz="2800" b="1" dirty="0">
                <a:solidFill>
                  <a:srgbClr val="000000"/>
                </a:solidFill>
                <a:latin typeface="Aptos Display" panose="020B0004020202020204" pitchFamily="34" charset="0"/>
                <a:ea typeface="Calibri" panose="020F0502020204030204" pitchFamily="34" charset="0"/>
                <a:cs typeface="Calibri" panose="020F0502020204030204" pitchFamily="34" charset="0"/>
              </a:rPr>
              <a:t>IMPORT</a:t>
            </a:r>
            <a:r>
              <a:rPr lang="en-US" sz="2800" dirty="0">
                <a:solidFill>
                  <a:srgbClr val="000000"/>
                </a:solidFill>
                <a:latin typeface="Aptos Display" panose="020B0004020202020204" pitchFamily="34" charset="0"/>
                <a:ea typeface="Calibri" panose="020F0502020204030204" pitchFamily="34" charset="0"/>
                <a:cs typeface="Calibri" panose="020F0502020204030204" pitchFamily="34" charset="0"/>
              </a:rPr>
              <a:t> necessary libraries and modules:</a:t>
            </a:r>
          </a:p>
          <a:p>
            <a:pPr>
              <a:lnSpc>
                <a:spcPts val="4493"/>
              </a:lnSpc>
            </a:pPr>
            <a:r>
              <a:rPr lang="en-US" sz="2800" dirty="0">
                <a:solidFill>
                  <a:srgbClr val="000000"/>
                </a:solidFill>
                <a:latin typeface="Aptos Display" panose="020B0004020202020204" pitchFamily="34" charset="0"/>
                <a:ea typeface="Calibri" panose="020F0502020204030204" pitchFamily="34" charset="0"/>
                <a:cs typeface="Calibri" panose="020F0502020204030204" pitchFamily="34" charset="0"/>
              </a:rPr>
              <a:t> 	- </a:t>
            </a:r>
            <a:r>
              <a:rPr lang="en-US" sz="2800" dirty="0" err="1">
                <a:solidFill>
                  <a:srgbClr val="000000"/>
                </a:solidFill>
                <a:latin typeface="Aptos Display" panose="020B0004020202020204" pitchFamily="34" charset="0"/>
                <a:ea typeface="Calibri" panose="020F0502020204030204" pitchFamily="34" charset="0"/>
                <a:cs typeface="Calibri" panose="020F0502020204030204" pitchFamily="34" charset="0"/>
              </a:rPr>
              <a:t>numpy</a:t>
            </a:r>
            <a:r>
              <a:rPr lang="en-US" sz="2800" dirty="0">
                <a:solidFill>
                  <a:srgbClr val="000000"/>
                </a:solidFill>
                <a:latin typeface="Aptos Display" panose="020B0004020202020204" pitchFamily="34" charset="0"/>
                <a:ea typeface="Calibri" panose="020F0502020204030204" pitchFamily="34" charset="0"/>
                <a:cs typeface="Calibri" panose="020F0502020204030204" pitchFamily="34" charset="0"/>
              </a:rPr>
              <a:t> for array operations</a:t>
            </a:r>
          </a:p>
          <a:p>
            <a:pPr>
              <a:lnSpc>
                <a:spcPts val="4493"/>
              </a:lnSpc>
            </a:pPr>
            <a:r>
              <a:rPr lang="en-US" sz="2800" dirty="0">
                <a:solidFill>
                  <a:srgbClr val="000000"/>
                </a:solidFill>
                <a:latin typeface="Aptos Display" panose="020B0004020202020204" pitchFamily="34" charset="0"/>
                <a:ea typeface="Calibri" panose="020F0502020204030204" pitchFamily="34" charset="0"/>
                <a:cs typeface="Calibri" panose="020F0502020204030204" pitchFamily="34" charset="0"/>
              </a:rPr>
              <a:t>   	- pandas for data handling</a:t>
            </a:r>
          </a:p>
          <a:p>
            <a:pPr>
              <a:lnSpc>
                <a:spcPts val="4493"/>
              </a:lnSpc>
            </a:pPr>
            <a:r>
              <a:rPr lang="en-US" sz="2800" dirty="0">
                <a:solidFill>
                  <a:srgbClr val="000000"/>
                </a:solidFill>
                <a:latin typeface="Aptos Display" panose="020B0004020202020204" pitchFamily="34" charset="0"/>
                <a:ea typeface="Calibri" panose="020F0502020204030204" pitchFamily="34" charset="0"/>
                <a:cs typeface="Calibri" panose="020F0502020204030204" pitchFamily="34" charset="0"/>
              </a:rPr>
              <a:t>   	- matplotlib for plotting</a:t>
            </a:r>
          </a:p>
          <a:p>
            <a:pPr>
              <a:lnSpc>
                <a:spcPts val="4493"/>
              </a:lnSpc>
            </a:pPr>
            <a:r>
              <a:rPr lang="en-US" sz="2800" dirty="0">
                <a:solidFill>
                  <a:srgbClr val="000000"/>
                </a:solidFill>
                <a:latin typeface="Aptos Display" panose="020B0004020202020204" pitchFamily="34" charset="0"/>
                <a:ea typeface="Calibri" panose="020F0502020204030204" pitchFamily="34" charset="0"/>
                <a:cs typeface="Calibri" panose="020F0502020204030204" pitchFamily="34" charset="0"/>
              </a:rPr>
              <a:t>   	- </a:t>
            </a:r>
            <a:r>
              <a:rPr lang="en-US" sz="2800" dirty="0" err="1">
                <a:solidFill>
                  <a:srgbClr val="000000"/>
                </a:solidFill>
                <a:latin typeface="Aptos Display" panose="020B0004020202020204" pitchFamily="34" charset="0"/>
                <a:ea typeface="Calibri" panose="020F0502020204030204" pitchFamily="34" charset="0"/>
                <a:cs typeface="Calibri" panose="020F0502020204030204" pitchFamily="34" charset="0"/>
              </a:rPr>
              <a:t>MinMaxScaler</a:t>
            </a:r>
            <a:r>
              <a:rPr lang="en-US" sz="2800" dirty="0">
                <a:solidFill>
                  <a:srgbClr val="000000"/>
                </a:solidFill>
                <a:latin typeface="Aptos Display" panose="020B0004020202020204" pitchFamily="34" charset="0"/>
                <a:ea typeface="Calibri" panose="020F0502020204030204" pitchFamily="34" charset="0"/>
                <a:cs typeface="Calibri" panose="020F0502020204030204" pitchFamily="34" charset="0"/>
              </a:rPr>
              <a:t> for normalization</a:t>
            </a:r>
          </a:p>
          <a:p>
            <a:pPr algn="l">
              <a:lnSpc>
                <a:spcPts val="4493"/>
              </a:lnSpc>
            </a:pPr>
            <a:r>
              <a:rPr lang="en-US" sz="2800" dirty="0">
                <a:solidFill>
                  <a:srgbClr val="000000"/>
                </a:solidFill>
                <a:latin typeface="Aptos Display" panose="020B0004020202020204" pitchFamily="34" charset="0"/>
                <a:ea typeface="Calibri" panose="020F0502020204030204" pitchFamily="34" charset="0"/>
                <a:cs typeface="Calibri" panose="020F0502020204030204" pitchFamily="34" charset="0"/>
              </a:rPr>
              <a:t>   	- LSTM and Dense layers from </a:t>
            </a:r>
            <a:r>
              <a:rPr lang="en-US" sz="2800" dirty="0" err="1">
                <a:solidFill>
                  <a:srgbClr val="000000"/>
                </a:solidFill>
                <a:latin typeface="Aptos Display" panose="020B0004020202020204" pitchFamily="34" charset="0"/>
                <a:ea typeface="Calibri" panose="020F0502020204030204" pitchFamily="34" charset="0"/>
                <a:cs typeface="Calibri" panose="020F0502020204030204" pitchFamily="34" charset="0"/>
              </a:rPr>
              <a:t>tensorflow.keras</a:t>
            </a:r>
            <a:r>
              <a:rPr lang="en-US" sz="2800" dirty="0">
                <a:solidFill>
                  <a:srgbClr val="000000"/>
                </a:solidFill>
                <a:latin typeface="Aptos Display" panose="020B0004020202020204" pitchFamily="34" charset="0"/>
                <a:ea typeface="Calibri" panose="020F0502020204030204" pitchFamily="34" charset="0"/>
                <a:cs typeface="Calibri" panose="020F0502020204030204" pitchFamily="34" charset="0"/>
              </a:rPr>
              <a:t> for modeling</a:t>
            </a:r>
          </a:p>
          <a:p>
            <a:pPr>
              <a:lnSpc>
                <a:spcPts val="4493"/>
              </a:lnSpc>
            </a:pPr>
            <a:r>
              <a:rPr lang="en-US" sz="2800" dirty="0">
                <a:solidFill>
                  <a:srgbClr val="000000"/>
                </a:solidFill>
                <a:latin typeface="Aptos Display" panose="020B0004020202020204" pitchFamily="34" charset="0"/>
                <a:ea typeface="Calibri" panose="020F0502020204030204" pitchFamily="34" charset="0"/>
                <a:cs typeface="Calibri" panose="020F0502020204030204" pitchFamily="34" charset="0"/>
              </a:rPr>
              <a:t>   	- Sequential model from </a:t>
            </a:r>
            <a:r>
              <a:rPr lang="en-US" sz="2800" dirty="0" err="1">
                <a:solidFill>
                  <a:srgbClr val="000000"/>
                </a:solidFill>
                <a:latin typeface="Aptos Display" panose="020B0004020202020204" pitchFamily="34" charset="0"/>
                <a:ea typeface="Calibri" panose="020F0502020204030204" pitchFamily="34" charset="0"/>
                <a:cs typeface="Calibri" panose="020F0502020204030204" pitchFamily="34" charset="0"/>
              </a:rPr>
              <a:t>tensorflow.keras</a:t>
            </a:r>
            <a:r>
              <a:rPr lang="en-US" sz="2800" dirty="0">
                <a:solidFill>
                  <a:srgbClr val="000000"/>
                </a:solidFill>
                <a:latin typeface="Aptos Display" panose="020B0004020202020204" pitchFamily="34" charset="0"/>
                <a:ea typeface="Calibri" panose="020F0502020204030204" pitchFamily="34" charset="0"/>
                <a:cs typeface="Calibri" panose="020F0502020204030204" pitchFamily="34" charset="0"/>
              </a:rPr>
              <a:t> for building the neural network</a:t>
            </a:r>
          </a:p>
          <a:p>
            <a:pPr>
              <a:lnSpc>
                <a:spcPts val="4493"/>
              </a:lnSpc>
            </a:pPr>
            <a:r>
              <a:rPr lang="en-US" sz="2800" dirty="0">
                <a:solidFill>
                  <a:srgbClr val="000000"/>
                </a:solidFill>
                <a:latin typeface="Aptos Display" panose="020B0004020202020204" pitchFamily="34" charset="0"/>
                <a:ea typeface="Calibri" panose="020F0502020204030204" pitchFamily="34" charset="0"/>
                <a:cs typeface="Calibri" panose="020F0502020204030204" pitchFamily="34" charset="0"/>
              </a:rPr>
              <a:t>   	- </a:t>
            </a:r>
            <a:r>
              <a:rPr lang="en-US" sz="2800" dirty="0" err="1">
                <a:solidFill>
                  <a:srgbClr val="000000"/>
                </a:solidFill>
                <a:latin typeface="Aptos Display" panose="020B0004020202020204" pitchFamily="34" charset="0"/>
                <a:ea typeface="Calibri" panose="020F0502020204030204" pitchFamily="34" charset="0"/>
                <a:cs typeface="Calibri" panose="020F0502020204030204" pitchFamily="34" charset="0"/>
              </a:rPr>
              <a:t>mean_squared_error</a:t>
            </a:r>
            <a:r>
              <a:rPr lang="en-US" sz="2800" dirty="0">
                <a:solidFill>
                  <a:srgbClr val="000000"/>
                </a:solidFill>
                <a:latin typeface="Aptos Display" panose="020B0004020202020204" pitchFamily="34" charset="0"/>
                <a:ea typeface="Calibri" panose="020F0502020204030204" pitchFamily="34" charset="0"/>
                <a:cs typeface="Calibri" panose="020F0502020204030204" pitchFamily="34" charset="0"/>
              </a:rPr>
              <a:t> from </a:t>
            </a:r>
            <a:r>
              <a:rPr lang="en-US" sz="2800" dirty="0" err="1">
                <a:solidFill>
                  <a:srgbClr val="000000"/>
                </a:solidFill>
                <a:latin typeface="Aptos Display" panose="020B0004020202020204" pitchFamily="34" charset="0"/>
                <a:ea typeface="Calibri" panose="020F0502020204030204" pitchFamily="34" charset="0"/>
                <a:cs typeface="Calibri" panose="020F0502020204030204" pitchFamily="34" charset="0"/>
              </a:rPr>
              <a:t>sklearn</a:t>
            </a:r>
            <a:r>
              <a:rPr lang="en-US" sz="2800" dirty="0">
                <a:solidFill>
                  <a:srgbClr val="000000"/>
                </a:solidFill>
                <a:latin typeface="Aptos Display" panose="020B0004020202020204" pitchFamily="34" charset="0"/>
                <a:ea typeface="Calibri" panose="020F0502020204030204" pitchFamily="34" charset="0"/>
                <a:cs typeface="Calibri" panose="020F0502020204030204" pitchFamily="34" charset="0"/>
              </a:rPr>
              <a:t> for model evaluation</a:t>
            </a:r>
          </a:p>
          <a:p>
            <a:pPr>
              <a:lnSpc>
                <a:spcPts val="4493"/>
              </a:lnSpc>
            </a:pPr>
            <a:r>
              <a:rPr lang="en-US" sz="3200" dirty="0">
                <a:solidFill>
                  <a:srgbClr val="000000"/>
                </a:solidFill>
                <a:latin typeface="Aptos Display" panose="020B0004020202020204" pitchFamily="34" charset="0"/>
                <a:ea typeface="Calibri" panose="020F0502020204030204" pitchFamily="34" charset="0"/>
                <a:cs typeface="Calibri" panose="020F0502020204030204" pitchFamily="34" charset="0"/>
              </a:rPr>
              <a:t>2</a:t>
            </a:r>
            <a:r>
              <a:rPr lang="en-US" sz="2800" dirty="0">
                <a:solidFill>
                  <a:srgbClr val="000000"/>
                </a:solidFill>
                <a:latin typeface="Aptos Display" panose="020B0004020202020204" pitchFamily="34" charset="0"/>
                <a:ea typeface="Calibri" panose="020F0502020204030204" pitchFamily="34" charset="0"/>
                <a:cs typeface="Calibri" panose="020F0502020204030204" pitchFamily="34" charset="0"/>
              </a:rPr>
              <a:t>. </a:t>
            </a:r>
            <a:r>
              <a:rPr lang="en-US" sz="2800" b="1" dirty="0">
                <a:solidFill>
                  <a:srgbClr val="000000"/>
                </a:solidFill>
                <a:latin typeface="Aptos Display" panose="020B0004020202020204" pitchFamily="34" charset="0"/>
                <a:ea typeface="Calibri" panose="020F0502020204030204" pitchFamily="34" charset="0"/>
                <a:cs typeface="Calibri" panose="020F0502020204030204" pitchFamily="34" charset="0"/>
              </a:rPr>
              <a:t>SET</a:t>
            </a:r>
            <a:r>
              <a:rPr lang="en-US" sz="2800" dirty="0">
                <a:solidFill>
                  <a:srgbClr val="000000"/>
                </a:solidFill>
                <a:latin typeface="Aptos Display" panose="020B0004020202020204" pitchFamily="34" charset="0"/>
                <a:ea typeface="Calibri" panose="020F0502020204030204" pitchFamily="34" charset="0"/>
                <a:cs typeface="Calibri" panose="020F0502020204030204" pitchFamily="34" charset="0"/>
              </a:rPr>
              <a:t> the path for the CSV file to "</a:t>
            </a:r>
            <a:r>
              <a:rPr lang="en-US" sz="2800" dirty="0" err="1">
                <a:solidFill>
                  <a:srgbClr val="000000"/>
                </a:solidFill>
                <a:latin typeface="Aptos Display" panose="020B0004020202020204" pitchFamily="34" charset="0"/>
                <a:ea typeface="Calibri" panose="020F0502020204030204" pitchFamily="34" charset="0"/>
                <a:cs typeface="Calibri" panose="020F0502020204030204" pitchFamily="34" charset="0"/>
              </a:rPr>
              <a:t>csv_file_path</a:t>
            </a:r>
            <a:r>
              <a:rPr lang="en-US" sz="2800" dirty="0">
                <a:solidFill>
                  <a:srgbClr val="000000"/>
                </a:solidFill>
                <a:latin typeface="Aptos Display" panose="020B0004020202020204" pitchFamily="34" charset="0"/>
                <a:ea typeface="Calibri" panose="020F0502020204030204" pitchFamily="34" charset="0"/>
                <a:cs typeface="Calibri" panose="020F0502020204030204" pitchFamily="34" charset="0"/>
              </a:rPr>
              <a:t>".</a:t>
            </a:r>
          </a:p>
          <a:p>
            <a:pPr>
              <a:lnSpc>
                <a:spcPts val="4493"/>
              </a:lnSpc>
            </a:pPr>
            <a:endParaRPr lang="en-US" sz="2800" dirty="0">
              <a:solidFill>
                <a:srgbClr val="000000"/>
              </a:solidFill>
              <a:latin typeface="Aptos Display" panose="020B0004020202020204" pitchFamily="34" charset="0"/>
              <a:ea typeface="Calibri" panose="020F0502020204030204" pitchFamily="34" charset="0"/>
              <a:cs typeface="Calibri" panose="020F0502020204030204" pitchFamily="34" charset="0"/>
            </a:endParaRPr>
          </a:p>
          <a:p>
            <a:pPr>
              <a:lnSpc>
                <a:spcPts val="4493"/>
              </a:lnSpc>
            </a:pPr>
            <a:r>
              <a:rPr lang="en-US" sz="3200" dirty="0">
                <a:solidFill>
                  <a:srgbClr val="000000"/>
                </a:solidFill>
                <a:latin typeface="Aptos Display" panose="020B0004020202020204" pitchFamily="34" charset="0"/>
                <a:ea typeface="Calibri" panose="020F0502020204030204" pitchFamily="34" charset="0"/>
                <a:cs typeface="Calibri" panose="020F0502020204030204" pitchFamily="34" charset="0"/>
              </a:rPr>
              <a:t>3</a:t>
            </a:r>
            <a:r>
              <a:rPr lang="en-US" sz="2800" dirty="0">
                <a:solidFill>
                  <a:srgbClr val="000000"/>
                </a:solidFill>
                <a:latin typeface="Aptos Display" panose="020B0004020202020204" pitchFamily="34" charset="0"/>
                <a:ea typeface="Calibri" panose="020F0502020204030204" pitchFamily="34" charset="0"/>
                <a:cs typeface="Calibri" panose="020F0502020204030204" pitchFamily="34" charset="0"/>
              </a:rPr>
              <a:t>. </a:t>
            </a:r>
            <a:r>
              <a:rPr lang="en-US" sz="2800" b="1" dirty="0">
                <a:solidFill>
                  <a:srgbClr val="000000"/>
                </a:solidFill>
                <a:latin typeface="Aptos Display" panose="020B0004020202020204" pitchFamily="34" charset="0"/>
                <a:ea typeface="Calibri" panose="020F0502020204030204" pitchFamily="34" charset="0"/>
                <a:cs typeface="Calibri" panose="020F0502020204030204" pitchFamily="34" charset="0"/>
              </a:rPr>
              <a:t>READ</a:t>
            </a:r>
            <a:r>
              <a:rPr lang="en-US" sz="2800" dirty="0">
                <a:solidFill>
                  <a:srgbClr val="000000"/>
                </a:solidFill>
                <a:latin typeface="Aptos Display" panose="020B0004020202020204" pitchFamily="34" charset="0"/>
                <a:ea typeface="Calibri" panose="020F0502020204030204" pitchFamily="34" charset="0"/>
                <a:cs typeface="Calibri" panose="020F0502020204030204" pitchFamily="34" charset="0"/>
              </a:rPr>
              <a:t> data from "</a:t>
            </a:r>
            <a:r>
              <a:rPr lang="en-US" sz="2800" dirty="0" err="1">
                <a:solidFill>
                  <a:srgbClr val="000000"/>
                </a:solidFill>
                <a:latin typeface="Aptos Display" panose="020B0004020202020204" pitchFamily="34" charset="0"/>
                <a:ea typeface="Calibri" panose="020F0502020204030204" pitchFamily="34" charset="0"/>
                <a:cs typeface="Calibri" panose="020F0502020204030204" pitchFamily="34" charset="0"/>
              </a:rPr>
              <a:t>csv_file_path</a:t>
            </a:r>
            <a:r>
              <a:rPr lang="en-US" sz="2800" dirty="0">
                <a:solidFill>
                  <a:srgbClr val="000000"/>
                </a:solidFill>
                <a:latin typeface="Aptos Display" panose="020B0004020202020204" pitchFamily="34" charset="0"/>
                <a:ea typeface="Calibri" panose="020F0502020204030204" pitchFamily="34" charset="0"/>
                <a:cs typeface="Calibri" panose="020F0502020204030204" pitchFamily="34" charset="0"/>
              </a:rPr>
              <a:t>" into a </a:t>
            </a:r>
            <a:r>
              <a:rPr lang="en-US" sz="2800" dirty="0" err="1">
                <a:solidFill>
                  <a:srgbClr val="000000"/>
                </a:solidFill>
                <a:latin typeface="Aptos Display" panose="020B0004020202020204" pitchFamily="34" charset="0"/>
                <a:ea typeface="Calibri" panose="020F0502020204030204" pitchFamily="34" charset="0"/>
                <a:cs typeface="Calibri" panose="020F0502020204030204" pitchFamily="34" charset="0"/>
              </a:rPr>
              <a:t>dataframe</a:t>
            </a:r>
            <a:r>
              <a:rPr lang="en-US" sz="2800" dirty="0">
                <a:solidFill>
                  <a:srgbClr val="000000"/>
                </a:solidFill>
                <a:latin typeface="Aptos Display" panose="020B0004020202020204" pitchFamily="34" charset="0"/>
                <a:ea typeface="Calibri" panose="020F0502020204030204" pitchFamily="34" charset="0"/>
                <a:cs typeface="Calibri" panose="020F0502020204030204" pitchFamily="34" charset="0"/>
              </a:rPr>
              <a:t> called "</a:t>
            </a:r>
            <a:r>
              <a:rPr lang="en-US" sz="2800" dirty="0" err="1">
                <a:solidFill>
                  <a:srgbClr val="000000"/>
                </a:solidFill>
                <a:latin typeface="Aptos Display" panose="020B0004020202020204" pitchFamily="34" charset="0"/>
                <a:ea typeface="Calibri" panose="020F0502020204030204" pitchFamily="34" charset="0"/>
                <a:cs typeface="Calibri" panose="020F0502020204030204" pitchFamily="34" charset="0"/>
              </a:rPr>
              <a:t>df</a:t>
            </a:r>
            <a:r>
              <a:rPr lang="en-US" sz="2800" dirty="0">
                <a:solidFill>
                  <a:srgbClr val="000000"/>
                </a:solidFill>
                <a:latin typeface="Aptos Display" panose="020B0004020202020204" pitchFamily="34" charset="0"/>
                <a:ea typeface="Calibri" panose="020F0502020204030204" pitchFamily="34" charset="0"/>
                <a:cs typeface="Calibri" panose="020F0502020204030204" pitchFamily="34" charset="0"/>
              </a:rPr>
              <a:t>".</a:t>
            </a:r>
          </a:p>
          <a:p>
            <a:pPr>
              <a:lnSpc>
                <a:spcPts val="4493"/>
              </a:lnSpc>
            </a:pPr>
            <a:endParaRPr lang="en-US" sz="2800" dirty="0">
              <a:solidFill>
                <a:srgbClr val="000000"/>
              </a:solidFill>
              <a:latin typeface="Aptos Display" panose="020B0004020202020204" pitchFamily="34" charset="0"/>
              <a:ea typeface="Calibri" panose="020F0502020204030204" pitchFamily="34" charset="0"/>
              <a:cs typeface="Calibri" panose="020F0502020204030204" pitchFamily="34" charset="0"/>
            </a:endParaRPr>
          </a:p>
          <a:p>
            <a:pPr>
              <a:lnSpc>
                <a:spcPts val="4493"/>
              </a:lnSpc>
            </a:pPr>
            <a:r>
              <a:rPr lang="en-US" sz="3200" dirty="0">
                <a:solidFill>
                  <a:srgbClr val="000000"/>
                </a:solidFill>
                <a:latin typeface="Aptos Display" panose="020B0004020202020204" pitchFamily="34" charset="0"/>
                <a:ea typeface="Calibri" panose="020F0502020204030204" pitchFamily="34" charset="0"/>
                <a:cs typeface="Calibri" panose="020F0502020204030204" pitchFamily="34" charset="0"/>
              </a:rPr>
              <a:t>4</a:t>
            </a:r>
            <a:r>
              <a:rPr lang="en-US" sz="2800" dirty="0">
                <a:solidFill>
                  <a:srgbClr val="000000"/>
                </a:solidFill>
                <a:latin typeface="Aptos Display" panose="020B0004020202020204" pitchFamily="34" charset="0"/>
                <a:ea typeface="Calibri" panose="020F0502020204030204" pitchFamily="34" charset="0"/>
                <a:cs typeface="Calibri" panose="020F0502020204030204" pitchFamily="34" charset="0"/>
              </a:rPr>
              <a:t>. </a:t>
            </a:r>
            <a:r>
              <a:rPr lang="en-US" sz="2800" b="1" dirty="0">
                <a:solidFill>
                  <a:srgbClr val="000000"/>
                </a:solidFill>
                <a:latin typeface="Aptos Display" panose="020B0004020202020204" pitchFamily="34" charset="0"/>
                <a:ea typeface="Calibri" panose="020F0502020204030204" pitchFamily="34" charset="0"/>
                <a:cs typeface="Calibri" panose="020F0502020204030204" pitchFamily="34" charset="0"/>
              </a:rPr>
              <a:t>CONVERT</a:t>
            </a:r>
            <a:r>
              <a:rPr lang="en-US" sz="2800" dirty="0">
                <a:solidFill>
                  <a:srgbClr val="000000"/>
                </a:solidFill>
                <a:latin typeface="Aptos Display" panose="020B0004020202020204" pitchFamily="34" charset="0"/>
                <a:ea typeface="Calibri" panose="020F0502020204030204" pitchFamily="34" charset="0"/>
                <a:cs typeface="Calibri" panose="020F0502020204030204" pitchFamily="34" charset="0"/>
              </a:rPr>
              <a:t> the "Date" column in "</a:t>
            </a:r>
            <a:r>
              <a:rPr lang="en-US" sz="2800" dirty="0" err="1">
                <a:solidFill>
                  <a:srgbClr val="000000"/>
                </a:solidFill>
                <a:latin typeface="Aptos Display" panose="020B0004020202020204" pitchFamily="34" charset="0"/>
                <a:ea typeface="Calibri" panose="020F0502020204030204" pitchFamily="34" charset="0"/>
                <a:cs typeface="Calibri" panose="020F0502020204030204" pitchFamily="34" charset="0"/>
              </a:rPr>
              <a:t>df</a:t>
            </a:r>
            <a:r>
              <a:rPr lang="en-US" sz="2800" dirty="0">
                <a:solidFill>
                  <a:srgbClr val="000000"/>
                </a:solidFill>
                <a:latin typeface="Aptos Display" panose="020B0004020202020204" pitchFamily="34" charset="0"/>
                <a:ea typeface="Calibri" panose="020F0502020204030204" pitchFamily="34" charset="0"/>
                <a:cs typeface="Calibri" panose="020F0502020204030204" pitchFamily="34" charset="0"/>
              </a:rPr>
              <a:t>" to datetime format.</a:t>
            </a:r>
          </a:p>
          <a:p>
            <a:pPr>
              <a:lnSpc>
                <a:spcPts val="4493"/>
              </a:lnSpc>
            </a:pPr>
            <a:endParaRPr lang="en-US" sz="2800" dirty="0">
              <a:solidFill>
                <a:srgbClr val="000000"/>
              </a:solidFill>
              <a:latin typeface="Aptos Display" panose="020B0004020202020204" pitchFamily="34" charset="0"/>
              <a:ea typeface="Calibri" panose="020F0502020204030204" pitchFamily="34" charset="0"/>
              <a:cs typeface="Calibri" panose="020F0502020204030204" pitchFamily="34" charset="0"/>
            </a:endParaRPr>
          </a:p>
          <a:p>
            <a:pPr>
              <a:lnSpc>
                <a:spcPts val="4493"/>
              </a:lnSpc>
            </a:pPr>
            <a:r>
              <a:rPr lang="en-US" sz="3200" dirty="0">
                <a:solidFill>
                  <a:srgbClr val="000000"/>
                </a:solidFill>
                <a:latin typeface="Aptos Display" panose="020B0004020202020204" pitchFamily="34" charset="0"/>
                <a:ea typeface="Calibri" panose="020F0502020204030204" pitchFamily="34" charset="0"/>
                <a:cs typeface="Calibri" panose="020F0502020204030204" pitchFamily="34" charset="0"/>
              </a:rPr>
              <a:t>5</a:t>
            </a:r>
            <a:r>
              <a:rPr lang="en-US" sz="2800" dirty="0">
                <a:solidFill>
                  <a:srgbClr val="000000"/>
                </a:solidFill>
                <a:latin typeface="Aptos Display" panose="020B0004020202020204" pitchFamily="34" charset="0"/>
                <a:ea typeface="Calibri" panose="020F0502020204030204" pitchFamily="34" charset="0"/>
                <a:cs typeface="Calibri" panose="020F0502020204030204" pitchFamily="34" charset="0"/>
              </a:rPr>
              <a:t>. </a:t>
            </a:r>
            <a:r>
              <a:rPr lang="en-US" sz="2800" b="1" dirty="0">
                <a:solidFill>
                  <a:srgbClr val="000000"/>
                </a:solidFill>
                <a:latin typeface="Aptos Display" panose="020B0004020202020204" pitchFamily="34" charset="0"/>
                <a:ea typeface="Calibri" panose="020F0502020204030204" pitchFamily="34" charset="0"/>
                <a:cs typeface="Calibri" panose="020F0502020204030204" pitchFamily="34" charset="0"/>
              </a:rPr>
              <a:t>EXTRACT</a:t>
            </a:r>
            <a:r>
              <a:rPr lang="en-US" sz="2800" dirty="0">
                <a:solidFill>
                  <a:srgbClr val="000000"/>
                </a:solidFill>
                <a:latin typeface="Aptos Display" panose="020B0004020202020204" pitchFamily="34" charset="0"/>
                <a:ea typeface="Calibri" panose="020F0502020204030204" pitchFamily="34" charset="0"/>
                <a:cs typeface="Calibri" panose="020F0502020204030204" pitchFamily="34" charset="0"/>
              </a:rPr>
              <a:t> the "Load" column values from "</a:t>
            </a:r>
            <a:r>
              <a:rPr lang="en-US" sz="2800" dirty="0" err="1">
                <a:solidFill>
                  <a:srgbClr val="000000"/>
                </a:solidFill>
                <a:latin typeface="Aptos Display" panose="020B0004020202020204" pitchFamily="34" charset="0"/>
                <a:ea typeface="Calibri" panose="020F0502020204030204" pitchFamily="34" charset="0"/>
                <a:cs typeface="Calibri" panose="020F0502020204030204" pitchFamily="34" charset="0"/>
              </a:rPr>
              <a:t>df</a:t>
            </a:r>
            <a:r>
              <a:rPr lang="en-US" sz="2800" dirty="0">
                <a:solidFill>
                  <a:srgbClr val="000000"/>
                </a:solidFill>
                <a:latin typeface="Aptos Display" panose="020B0004020202020204" pitchFamily="34" charset="0"/>
                <a:ea typeface="Calibri" panose="020F0502020204030204" pitchFamily="34" charset="0"/>
                <a:cs typeface="Calibri" panose="020F0502020204030204" pitchFamily="34" charset="0"/>
              </a:rPr>
              <a:t>" and store them in "</a:t>
            </a:r>
            <a:r>
              <a:rPr lang="en-US" sz="2800" dirty="0" err="1">
                <a:solidFill>
                  <a:srgbClr val="000000"/>
                </a:solidFill>
                <a:latin typeface="Aptos Display" panose="020B0004020202020204" pitchFamily="34" charset="0"/>
                <a:ea typeface="Calibri" panose="020F0502020204030204" pitchFamily="34" charset="0"/>
                <a:cs typeface="Calibri" panose="020F0502020204030204" pitchFamily="34" charset="0"/>
              </a:rPr>
              <a:t>load_data</a:t>
            </a:r>
            <a:r>
              <a:rPr lang="en-US" sz="2800" dirty="0">
                <a:solidFill>
                  <a:srgbClr val="000000"/>
                </a:solidFill>
                <a:latin typeface="Aptos Display" panose="020B0004020202020204" pitchFamily="34" charset="0"/>
                <a:ea typeface="Calibri" panose="020F0502020204030204" pitchFamily="34" charset="0"/>
                <a:cs typeface="Calibri" panose="020F0502020204030204" pitchFamily="34" charset="0"/>
              </a:rPr>
              <a:t>".</a:t>
            </a:r>
          </a:p>
          <a:p>
            <a:pPr>
              <a:lnSpc>
                <a:spcPts val="4493"/>
              </a:lnSpc>
            </a:pPr>
            <a:endParaRPr lang="en-US" sz="3209" dirty="0">
              <a:solidFill>
                <a:srgbClr val="000000"/>
              </a:solidFill>
              <a:latin typeface="Canva Sans"/>
            </a:endParaRPr>
          </a:p>
          <a:p>
            <a:pPr>
              <a:lnSpc>
                <a:spcPts val="4493"/>
              </a:lnSpc>
            </a:pPr>
            <a:endParaRPr lang="en-US" sz="3209" dirty="0">
              <a:solidFill>
                <a:srgbClr val="000000"/>
              </a:solidFill>
              <a:latin typeface="Canva Sans"/>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reeform 3"/>
          <p:cNvSpPr/>
          <p:nvPr/>
        </p:nvSpPr>
        <p:spPr>
          <a:xfrm rot="-3755510">
            <a:off x="14638722" y="6067564"/>
            <a:ext cx="4096053" cy="7060062"/>
          </a:xfrm>
          <a:custGeom>
            <a:avLst/>
            <a:gdLst/>
            <a:ahLst/>
            <a:cxnLst/>
            <a:rect l="l" t="t" r="r" b="b"/>
            <a:pathLst>
              <a:path w="4096053" h="7060062">
                <a:moveTo>
                  <a:pt x="0" y="0"/>
                </a:moveTo>
                <a:lnTo>
                  <a:pt x="4096053" y="0"/>
                </a:lnTo>
                <a:lnTo>
                  <a:pt x="4096053" y="7060062"/>
                </a:lnTo>
                <a:lnTo>
                  <a:pt x="0" y="706006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4" name="TextBox 4"/>
          <p:cNvSpPr txBox="1"/>
          <p:nvPr/>
        </p:nvSpPr>
        <p:spPr>
          <a:xfrm>
            <a:off x="152400" y="-170989"/>
            <a:ext cx="17429669" cy="12650964"/>
          </a:xfrm>
          <a:prstGeom prst="rect">
            <a:avLst/>
          </a:prstGeom>
        </p:spPr>
        <p:txBody>
          <a:bodyPr lIns="720000" tIns="0" rIns="720000" bIns="0" rtlCol="0" anchor="t">
            <a:spAutoFit/>
          </a:bodyPr>
          <a:lstStyle/>
          <a:p>
            <a:pPr>
              <a:lnSpc>
                <a:spcPts val="4496"/>
              </a:lnSpc>
            </a:pPr>
            <a:endParaRPr sz="2800" dirty="0">
              <a:latin typeface="Aptos Display" panose="020B0004020202020204" pitchFamily="34" charset="0"/>
            </a:endParaRPr>
          </a:p>
          <a:p>
            <a:pPr>
              <a:lnSpc>
                <a:spcPts val="4496"/>
              </a:lnSpc>
            </a:pPr>
            <a:r>
              <a:rPr lang="en-US" sz="3200" dirty="0">
                <a:solidFill>
                  <a:srgbClr val="000000"/>
                </a:solidFill>
                <a:latin typeface="Aptos Display" panose="020B0004020202020204" pitchFamily="34" charset="0"/>
              </a:rPr>
              <a:t>6</a:t>
            </a:r>
            <a:r>
              <a:rPr lang="en-US" sz="2800" dirty="0">
                <a:solidFill>
                  <a:srgbClr val="000000"/>
                </a:solidFill>
                <a:latin typeface="Aptos Display" panose="020B0004020202020204" pitchFamily="34" charset="0"/>
              </a:rPr>
              <a:t>. </a:t>
            </a:r>
            <a:r>
              <a:rPr lang="en-US" sz="2800" b="1" dirty="0">
                <a:solidFill>
                  <a:srgbClr val="000000"/>
                </a:solidFill>
                <a:latin typeface="Aptos Display" panose="020B0004020202020204" pitchFamily="34" charset="0"/>
              </a:rPr>
              <a:t>INITIALIZE</a:t>
            </a:r>
            <a:r>
              <a:rPr lang="en-US" sz="2800" dirty="0">
                <a:solidFill>
                  <a:srgbClr val="000000"/>
                </a:solidFill>
                <a:latin typeface="Aptos Display" panose="020B0004020202020204" pitchFamily="34" charset="0"/>
              </a:rPr>
              <a:t> the </a:t>
            </a:r>
            <a:r>
              <a:rPr lang="en-US" sz="2800" dirty="0" err="1">
                <a:solidFill>
                  <a:srgbClr val="000000"/>
                </a:solidFill>
                <a:latin typeface="Aptos Display" panose="020B0004020202020204" pitchFamily="34" charset="0"/>
              </a:rPr>
              <a:t>MinMaxScaler</a:t>
            </a:r>
            <a:r>
              <a:rPr lang="en-US" sz="2800" dirty="0">
                <a:solidFill>
                  <a:srgbClr val="000000"/>
                </a:solidFill>
                <a:latin typeface="Aptos Display" panose="020B0004020202020204" pitchFamily="34" charset="0"/>
              </a:rPr>
              <a:t> and SCALE "</a:t>
            </a:r>
            <a:r>
              <a:rPr lang="en-US" sz="2800" dirty="0" err="1">
                <a:solidFill>
                  <a:srgbClr val="000000"/>
                </a:solidFill>
                <a:latin typeface="Aptos Display" panose="020B0004020202020204" pitchFamily="34" charset="0"/>
              </a:rPr>
              <a:t>load_data</a:t>
            </a:r>
            <a:r>
              <a:rPr lang="en-US" sz="2800" dirty="0">
                <a:solidFill>
                  <a:srgbClr val="000000"/>
                </a:solidFill>
                <a:latin typeface="Aptos Display" panose="020B0004020202020204" pitchFamily="34" charset="0"/>
              </a:rPr>
              <a:t>" to values between 0 and 1.</a:t>
            </a:r>
          </a:p>
          <a:p>
            <a:pPr>
              <a:lnSpc>
                <a:spcPts val="4496"/>
              </a:lnSpc>
            </a:pPr>
            <a:r>
              <a:rPr lang="en-US" sz="2800" dirty="0">
                <a:solidFill>
                  <a:srgbClr val="000000"/>
                </a:solidFill>
                <a:latin typeface="Aptos Display" panose="020B0004020202020204" pitchFamily="34" charset="0"/>
              </a:rPr>
              <a:t>     </a:t>
            </a:r>
          </a:p>
          <a:p>
            <a:pPr>
              <a:lnSpc>
                <a:spcPts val="4496"/>
              </a:lnSpc>
            </a:pPr>
            <a:r>
              <a:rPr lang="en-US" sz="3200" dirty="0">
                <a:solidFill>
                  <a:srgbClr val="000000"/>
                </a:solidFill>
                <a:latin typeface="Aptos Display" panose="020B0004020202020204" pitchFamily="34" charset="0"/>
              </a:rPr>
              <a:t>7</a:t>
            </a:r>
            <a:r>
              <a:rPr lang="en-US" sz="2800" dirty="0">
                <a:solidFill>
                  <a:srgbClr val="000000"/>
                </a:solidFill>
                <a:latin typeface="Aptos Display" panose="020B0004020202020204" pitchFamily="34" charset="0"/>
              </a:rPr>
              <a:t>. </a:t>
            </a:r>
            <a:r>
              <a:rPr lang="en-US" sz="2800" b="1" dirty="0">
                <a:solidFill>
                  <a:srgbClr val="000000"/>
                </a:solidFill>
                <a:latin typeface="Aptos Display" panose="020B0004020202020204" pitchFamily="34" charset="0"/>
              </a:rPr>
              <a:t>CALCULATE</a:t>
            </a:r>
            <a:r>
              <a:rPr lang="en-US" sz="2800" dirty="0">
                <a:solidFill>
                  <a:srgbClr val="000000"/>
                </a:solidFill>
                <a:latin typeface="Aptos Display" panose="020B0004020202020204" pitchFamily="34" charset="0"/>
              </a:rPr>
              <a:t> the size for the training dataset as 80% of the total data. SPLIT "</a:t>
            </a:r>
            <a:r>
              <a:rPr lang="en-US" sz="2800" dirty="0" err="1">
                <a:solidFill>
                  <a:srgbClr val="000000"/>
                </a:solidFill>
                <a:latin typeface="Aptos Display" panose="020B0004020202020204" pitchFamily="34" charset="0"/>
              </a:rPr>
              <a:t>load_data</a:t>
            </a:r>
            <a:r>
              <a:rPr lang="en-US" sz="2800" dirty="0">
                <a:solidFill>
                  <a:srgbClr val="000000"/>
                </a:solidFill>
                <a:latin typeface="Aptos Display" panose="020B0004020202020204" pitchFamily="34" charset="0"/>
              </a:rPr>
              <a:t>" into "</a:t>
            </a:r>
            <a:r>
              <a:rPr lang="en-US" sz="2800" dirty="0" err="1">
                <a:solidFill>
                  <a:srgbClr val="000000"/>
                </a:solidFill>
                <a:latin typeface="Aptos Display" panose="020B0004020202020204" pitchFamily="34" charset="0"/>
              </a:rPr>
              <a:t>train_data</a:t>
            </a:r>
            <a:r>
              <a:rPr lang="en-US" sz="2800" dirty="0">
                <a:solidFill>
                  <a:srgbClr val="000000"/>
                </a:solidFill>
                <a:latin typeface="Aptos Display" panose="020B0004020202020204" pitchFamily="34" charset="0"/>
              </a:rPr>
              <a:t>" and      	"</a:t>
            </a:r>
            <a:r>
              <a:rPr lang="en-US" sz="2800" dirty="0" err="1">
                <a:solidFill>
                  <a:srgbClr val="000000"/>
                </a:solidFill>
                <a:latin typeface="Aptos Display" panose="020B0004020202020204" pitchFamily="34" charset="0"/>
              </a:rPr>
              <a:t>test_data</a:t>
            </a:r>
            <a:r>
              <a:rPr lang="en-US" sz="2800" dirty="0">
                <a:solidFill>
                  <a:srgbClr val="000000"/>
                </a:solidFill>
                <a:latin typeface="Aptos Display" panose="020B0004020202020204" pitchFamily="34" charset="0"/>
              </a:rPr>
              <a:t>" using the calculated training size.</a:t>
            </a:r>
          </a:p>
          <a:p>
            <a:pPr>
              <a:lnSpc>
                <a:spcPts val="4496"/>
              </a:lnSpc>
            </a:pPr>
            <a:endParaRPr lang="en-US" sz="2800" dirty="0">
              <a:solidFill>
                <a:srgbClr val="000000"/>
              </a:solidFill>
              <a:latin typeface="Aptos Display" panose="020B0004020202020204" pitchFamily="34" charset="0"/>
            </a:endParaRPr>
          </a:p>
          <a:p>
            <a:pPr algn="just">
              <a:lnSpc>
                <a:spcPts val="4496"/>
              </a:lnSpc>
            </a:pPr>
            <a:r>
              <a:rPr lang="en-US" sz="3200" dirty="0">
                <a:solidFill>
                  <a:srgbClr val="000000"/>
                </a:solidFill>
                <a:latin typeface="Aptos Display" panose="020B0004020202020204" pitchFamily="34" charset="0"/>
              </a:rPr>
              <a:t>8</a:t>
            </a:r>
            <a:r>
              <a:rPr lang="en-US" sz="2800" dirty="0">
                <a:solidFill>
                  <a:srgbClr val="000000"/>
                </a:solidFill>
                <a:latin typeface="Aptos Display" panose="020B0004020202020204" pitchFamily="34" charset="0"/>
              </a:rPr>
              <a:t>. </a:t>
            </a:r>
            <a:r>
              <a:rPr lang="en-US" sz="2800" b="1" dirty="0">
                <a:solidFill>
                  <a:srgbClr val="000000"/>
                </a:solidFill>
                <a:latin typeface="Aptos Display" panose="020B0004020202020204" pitchFamily="34" charset="0"/>
              </a:rPr>
              <a:t>DEFINE</a:t>
            </a:r>
            <a:r>
              <a:rPr lang="en-US" sz="2800" dirty="0">
                <a:solidFill>
                  <a:srgbClr val="000000"/>
                </a:solidFill>
                <a:latin typeface="Aptos Display" panose="020B0004020202020204" pitchFamily="34" charset="0"/>
              </a:rPr>
              <a:t> a function "</a:t>
            </a:r>
            <a:r>
              <a:rPr lang="en-US" sz="2800" dirty="0" err="1">
                <a:solidFill>
                  <a:srgbClr val="000000"/>
                </a:solidFill>
                <a:latin typeface="Aptos Display" panose="020B0004020202020204" pitchFamily="34" charset="0"/>
              </a:rPr>
              <a:t>create_sequences</a:t>
            </a:r>
            <a:r>
              <a:rPr lang="en-US" sz="2800" dirty="0">
                <a:solidFill>
                  <a:srgbClr val="000000"/>
                </a:solidFill>
                <a:latin typeface="Aptos Display" panose="020B0004020202020204" pitchFamily="34" charset="0"/>
              </a:rPr>
              <a:t>":</a:t>
            </a:r>
          </a:p>
          <a:p>
            <a:pPr algn="just">
              <a:lnSpc>
                <a:spcPts val="4496"/>
              </a:lnSpc>
            </a:pPr>
            <a:r>
              <a:rPr lang="en-US" sz="2800" dirty="0">
                <a:solidFill>
                  <a:srgbClr val="000000"/>
                </a:solidFill>
                <a:latin typeface="Aptos Display" panose="020B0004020202020204" pitchFamily="34" charset="0"/>
              </a:rPr>
              <a:t>      INPUTS: data, </a:t>
            </a:r>
            <a:r>
              <a:rPr lang="en-US" sz="2800" dirty="0" err="1">
                <a:solidFill>
                  <a:srgbClr val="000000"/>
                </a:solidFill>
                <a:latin typeface="Aptos Display" panose="020B0004020202020204" pitchFamily="34" charset="0"/>
              </a:rPr>
              <a:t>seq_length</a:t>
            </a:r>
            <a:endParaRPr lang="en-US" sz="2800" dirty="0">
              <a:solidFill>
                <a:srgbClr val="000000"/>
              </a:solidFill>
              <a:latin typeface="Aptos Display" panose="020B0004020202020204" pitchFamily="34" charset="0"/>
            </a:endParaRPr>
          </a:p>
          <a:p>
            <a:pPr algn="just">
              <a:lnSpc>
                <a:spcPts val="4496"/>
              </a:lnSpc>
            </a:pPr>
            <a:r>
              <a:rPr lang="en-US" sz="2800" dirty="0">
                <a:solidFill>
                  <a:srgbClr val="000000"/>
                </a:solidFill>
                <a:latin typeface="Aptos Display" panose="020B0004020202020204" pitchFamily="34" charset="0"/>
              </a:rPr>
              <a:t>	- Initialize empty lists: X and y.</a:t>
            </a:r>
          </a:p>
          <a:p>
            <a:pPr algn="just">
              <a:lnSpc>
                <a:spcPts val="4496"/>
              </a:lnSpc>
            </a:pPr>
            <a:r>
              <a:rPr lang="en-US" sz="2800" dirty="0">
                <a:solidFill>
                  <a:srgbClr val="000000"/>
                </a:solidFill>
                <a:latin typeface="Aptos Display" panose="020B0004020202020204" pitchFamily="34" charset="0"/>
              </a:rPr>
              <a:t>	- FOR each index in data up to (length of data - </a:t>
            </a:r>
            <a:r>
              <a:rPr lang="en-US" sz="2800" dirty="0" err="1">
                <a:solidFill>
                  <a:srgbClr val="000000"/>
                </a:solidFill>
                <a:latin typeface="Aptos Display" panose="020B0004020202020204" pitchFamily="34" charset="0"/>
              </a:rPr>
              <a:t>seq_length</a:t>
            </a:r>
            <a:r>
              <a:rPr lang="en-US" sz="2800" dirty="0">
                <a:solidFill>
                  <a:srgbClr val="000000"/>
                </a:solidFill>
                <a:latin typeface="Aptos Display" panose="020B0004020202020204" pitchFamily="34" charset="0"/>
              </a:rPr>
              <a:t>):</a:t>
            </a:r>
          </a:p>
          <a:p>
            <a:pPr algn="just">
              <a:lnSpc>
                <a:spcPts val="4496"/>
              </a:lnSpc>
            </a:pPr>
            <a:r>
              <a:rPr lang="en-US" sz="2800" dirty="0">
                <a:solidFill>
                  <a:srgbClr val="000000"/>
                </a:solidFill>
                <a:latin typeface="Aptos Display" panose="020B0004020202020204" pitchFamily="34" charset="0"/>
              </a:rPr>
              <a:t>	- Create a subsequence of length "</a:t>
            </a:r>
            <a:r>
              <a:rPr lang="en-US" sz="2800" dirty="0" err="1">
                <a:solidFill>
                  <a:srgbClr val="000000"/>
                </a:solidFill>
                <a:latin typeface="Aptos Display" panose="020B0004020202020204" pitchFamily="34" charset="0"/>
              </a:rPr>
              <a:t>seq_length</a:t>
            </a:r>
            <a:r>
              <a:rPr lang="en-US" sz="2800" dirty="0">
                <a:solidFill>
                  <a:srgbClr val="000000"/>
                </a:solidFill>
                <a:latin typeface="Aptos Display" panose="020B0004020202020204" pitchFamily="34" charset="0"/>
              </a:rPr>
              <a:t>".</a:t>
            </a:r>
          </a:p>
          <a:p>
            <a:pPr algn="just">
              <a:lnSpc>
                <a:spcPts val="4496"/>
              </a:lnSpc>
            </a:pPr>
            <a:r>
              <a:rPr lang="en-US" sz="2800" dirty="0">
                <a:solidFill>
                  <a:srgbClr val="000000"/>
                </a:solidFill>
                <a:latin typeface="Aptos Display" panose="020B0004020202020204" pitchFamily="34" charset="0"/>
              </a:rPr>
              <a:t>	- Append the last value of the subsequence to both X and y lists.</a:t>
            </a:r>
          </a:p>
          <a:p>
            <a:pPr algn="just">
              <a:lnSpc>
                <a:spcPts val="4496"/>
              </a:lnSpc>
            </a:pPr>
            <a:r>
              <a:rPr lang="en-US" sz="2800" dirty="0">
                <a:solidFill>
                  <a:srgbClr val="000000"/>
                </a:solidFill>
                <a:latin typeface="Aptos Display" panose="020B0004020202020204" pitchFamily="34" charset="0"/>
              </a:rPr>
              <a:t>	- RETURN X and y as </a:t>
            </a:r>
            <a:r>
              <a:rPr lang="en-US" sz="2800" dirty="0" err="1">
                <a:solidFill>
                  <a:srgbClr val="000000"/>
                </a:solidFill>
                <a:latin typeface="Aptos Display" panose="020B0004020202020204" pitchFamily="34" charset="0"/>
              </a:rPr>
              <a:t>numpy</a:t>
            </a:r>
            <a:r>
              <a:rPr lang="en-US" sz="2800" dirty="0">
                <a:solidFill>
                  <a:srgbClr val="000000"/>
                </a:solidFill>
                <a:latin typeface="Aptos Display" panose="020B0004020202020204" pitchFamily="34" charset="0"/>
              </a:rPr>
              <a:t> arrays.</a:t>
            </a:r>
          </a:p>
          <a:p>
            <a:pPr algn="just">
              <a:lnSpc>
                <a:spcPts val="4496"/>
              </a:lnSpc>
            </a:pPr>
            <a:endParaRPr lang="en-US" sz="2800" dirty="0">
              <a:solidFill>
                <a:srgbClr val="000000"/>
              </a:solidFill>
              <a:latin typeface="Aptos Display" panose="020B0004020202020204" pitchFamily="34" charset="0"/>
            </a:endParaRPr>
          </a:p>
          <a:p>
            <a:pPr algn="just">
              <a:lnSpc>
                <a:spcPts val="4496"/>
              </a:lnSpc>
            </a:pPr>
            <a:r>
              <a:rPr lang="en-US" sz="3200" dirty="0">
                <a:solidFill>
                  <a:srgbClr val="000000"/>
                </a:solidFill>
                <a:latin typeface="Aptos Display" panose="020B0004020202020204" pitchFamily="34" charset="0"/>
              </a:rPr>
              <a:t>9</a:t>
            </a:r>
            <a:r>
              <a:rPr lang="en-US" sz="2800" dirty="0">
                <a:solidFill>
                  <a:srgbClr val="000000"/>
                </a:solidFill>
                <a:latin typeface="Aptos Display" panose="020B0004020202020204" pitchFamily="34" charset="0"/>
              </a:rPr>
              <a:t>. </a:t>
            </a:r>
            <a:r>
              <a:rPr lang="en-US" sz="2800" b="1" dirty="0">
                <a:solidFill>
                  <a:srgbClr val="000000"/>
                </a:solidFill>
                <a:latin typeface="Aptos Display" panose="020B0004020202020204" pitchFamily="34" charset="0"/>
              </a:rPr>
              <a:t>CALL</a:t>
            </a:r>
            <a:r>
              <a:rPr lang="en-US" sz="2800" dirty="0">
                <a:solidFill>
                  <a:srgbClr val="000000"/>
                </a:solidFill>
                <a:latin typeface="Aptos Display" panose="020B0004020202020204" pitchFamily="34" charset="0"/>
              </a:rPr>
              <a:t> the "</a:t>
            </a:r>
            <a:r>
              <a:rPr lang="en-US" sz="2800" dirty="0" err="1">
                <a:solidFill>
                  <a:srgbClr val="000000"/>
                </a:solidFill>
                <a:latin typeface="Aptos Display" panose="020B0004020202020204" pitchFamily="34" charset="0"/>
              </a:rPr>
              <a:t>create_sequences</a:t>
            </a:r>
            <a:r>
              <a:rPr lang="en-US" sz="2800" dirty="0">
                <a:solidFill>
                  <a:srgbClr val="000000"/>
                </a:solidFill>
                <a:latin typeface="Aptos Display" panose="020B0004020202020204" pitchFamily="34" charset="0"/>
              </a:rPr>
              <a:t>" function for "</a:t>
            </a:r>
            <a:r>
              <a:rPr lang="en-US" sz="2800" dirty="0" err="1">
                <a:solidFill>
                  <a:srgbClr val="000000"/>
                </a:solidFill>
                <a:latin typeface="Aptos Display" panose="020B0004020202020204" pitchFamily="34" charset="0"/>
              </a:rPr>
              <a:t>train_data</a:t>
            </a:r>
            <a:r>
              <a:rPr lang="en-US" sz="2800" dirty="0">
                <a:solidFill>
                  <a:srgbClr val="000000"/>
                </a:solidFill>
                <a:latin typeface="Aptos Display" panose="020B0004020202020204" pitchFamily="34" charset="0"/>
              </a:rPr>
              <a:t>" and "</a:t>
            </a:r>
            <a:r>
              <a:rPr lang="en-US" sz="2800" dirty="0" err="1">
                <a:solidFill>
                  <a:srgbClr val="000000"/>
                </a:solidFill>
                <a:latin typeface="Aptos Display" panose="020B0004020202020204" pitchFamily="34" charset="0"/>
              </a:rPr>
              <a:t>test_data</a:t>
            </a:r>
            <a:r>
              <a:rPr lang="en-US" sz="2800" dirty="0">
                <a:solidFill>
                  <a:srgbClr val="000000"/>
                </a:solidFill>
                <a:latin typeface="Aptos Display" panose="020B0004020202020204" pitchFamily="34" charset="0"/>
              </a:rPr>
              <a:t>" with a sequence length of 2.             	Store results in "</a:t>
            </a:r>
            <a:r>
              <a:rPr lang="en-US" sz="2800" dirty="0" err="1">
                <a:solidFill>
                  <a:srgbClr val="000000"/>
                </a:solidFill>
                <a:latin typeface="Aptos Display" panose="020B0004020202020204" pitchFamily="34" charset="0"/>
              </a:rPr>
              <a:t>X_train</a:t>
            </a:r>
            <a:r>
              <a:rPr lang="en-US" sz="2800" dirty="0">
                <a:solidFill>
                  <a:srgbClr val="000000"/>
                </a:solidFill>
                <a:latin typeface="Aptos Display" panose="020B0004020202020204" pitchFamily="34" charset="0"/>
              </a:rPr>
              <a:t>", "</a:t>
            </a:r>
            <a:r>
              <a:rPr lang="en-US" sz="2800" dirty="0" err="1">
                <a:solidFill>
                  <a:srgbClr val="000000"/>
                </a:solidFill>
                <a:latin typeface="Aptos Display" panose="020B0004020202020204" pitchFamily="34" charset="0"/>
              </a:rPr>
              <a:t>y_train</a:t>
            </a:r>
            <a:r>
              <a:rPr lang="en-US" sz="2800" dirty="0">
                <a:solidFill>
                  <a:srgbClr val="000000"/>
                </a:solidFill>
                <a:latin typeface="Aptos Display" panose="020B0004020202020204" pitchFamily="34" charset="0"/>
              </a:rPr>
              <a:t>", "</a:t>
            </a:r>
            <a:r>
              <a:rPr lang="en-US" sz="2800" dirty="0" err="1">
                <a:solidFill>
                  <a:srgbClr val="000000"/>
                </a:solidFill>
                <a:latin typeface="Aptos Display" panose="020B0004020202020204" pitchFamily="34" charset="0"/>
              </a:rPr>
              <a:t>X_test</a:t>
            </a:r>
            <a:r>
              <a:rPr lang="en-US" sz="2800" dirty="0">
                <a:solidFill>
                  <a:srgbClr val="000000"/>
                </a:solidFill>
                <a:latin typeface="Aptos Display" panose="020B0004020202020204" pitchFamily="34" charset="0"/>
              </a:rPr>
              <a:t>", and "</a:t>
            </a:r>
            <a:r>
              <a:rPr lang="en-US" sz="2800" dirty="0" err="1">
                <a:solidFill>
                  <a:srgbClr val="000000"/>
                </a:solidFill>
                <a:latin typeface="Aptos Display" panose="020B0004020202020204" pitchFamily="34" charset="0"/>
              </a:rPr>
              <a:t>y_test</a:t>
            </a:r>
            <a:r>
              <a:rPr lang="en-US" sz="2800" dirty="0">
                <a:solidFill>
                  <a:srgbClr val="000000"/>
                </a:solidFill>
                <a:latin typeface="Aptos Display" panose="020B0004020202020204" pitchFamily="34" charset="0"/>
              </a:rPr>
              <a:t>".</a:t>
            </a:r>
          </a:p>
          <a:p>
            <a:pPr algn="just">
              <a:lnSpc>
                <a:spcPts val="4496"/>
              </a:lnSpc>
            </a:pPr>
            <a:endParaRPr lang="en-US" sz="2800" dirty="0">
              <a:solidFill>
                <a:srgbClr val="000000"/>
              </a:solidFill>
              <a:latin typeface="Aptos Display" panose="020B0004020202020204" pitchFamily="34" charset="0"/>
            </a:endParaRPr>
          </a:p>
          <a:p>
            <a:pPr algn="just">
              <a:lnSpc>
                <a:spcPts val="4496"/>
              </a:lnSpc>
            </a:pPr>
            <a:r>
              <a:rPr lang="en-US" sz="3200" dirty="0">
                <a:solidFill>
                  <a:srgbClr val="000000"/>
                </a:solidFill>
                <a:latin typeface="Aptos Display" panose="020B0004020202020204" pitchFamily="34" charset="0"/>
              </a:rPr>
              <a:t>10</a:t>
            </a:r>
            <a:r>
              <a:rPr lang="en-US" sz="2800" dirty="0">
                <a:solidFill>
                  <a:srgbClr val="000000"/>
                </a:solidFill>
                <a:latin typeface="Aptos Display" panose="020B0004020202020204" pitchFamily="34" charset="0"/>
              </a:rPr>
              <a:t>. </a:t>
            </a:r>
            <a:r>
              <a:rPr lang="en-US" sz="2800" b="1" dirty="0">
                <a:solidFill>
                  <a:srgbClr val="000000"/>
                </a:solidFill>
                <a:latin typeface="Aptos Display" panose="020B0004020202020204" pitchFamily="34" charset="0"/>
              </a:rPr>
              <a:t>RESHAPE</a:t>
            </a:r>
            <a:r>
              <a:rPr lang="en-US" sz="2800" dirty="0">
                <a:solidFill>
                  <a:srgbClr val="000000"/>
                </a:solidFill>
                <a:latin typeface="Aptos Display" panose="020B0004020202020204" pitchFamily="34" charset="0"/>
              </a:rPr>
              <a:t> "</a:t>
            </a:r>
            <a:r>
              <a:rPr lang="en-US" sz="2800" dirty="0" err="1">
                <a:solidFill>
                  <a:srgbClr val="000000"/>
                </a:solidFill>
                <a:latin typeface="Aptos Display" panose="020B0004020202020204" pitchFamily="34" charset="0"/>
              </a:rPr>
              <a:t>X_train</a:t>
            </a:r>
            <a:r>
              <a:rPr lang="en-US" sz="2800" dirty="0">
                <a:solidFill>
                  <a:srgbClr val="000000"/>
                </a:solidFill>
                <a:latin typeface="Aptos Display" panose="020B0004020202020204" pitchFamily="34" charset="0"/>
              </a:rPr>
              <a:t>" and "</a:t>
            </a:r>
            <a:r>
              <a:rPr lang="en-US" sz="2800" dirty="0" err="1">
                <a:solidFill>
                  <a:srgbClr val="000000"/>
                </a:solidFill>
                <a:latin typeface="Aptos Display" panose="020B0004020202020204" pitchFamily="34" charset="0"/>
              </a:rPr>
              <a:t>X_test</a:t>
            </a:r>
            <a:r>
              <a:rPr lang="en-US" sz="2800" dirty="0">
                <a:solidFill>
                  <a:srgbClr val="000000"/>
                </a:solidFill>
                <a:latin typeface="Aptos Display" panose="020B0004020202020204" pitchFamily="34" charset="0"/>
              </a:rPr>
              <a:t>" to be 3D arrays suitable for LSTM input.</a:t>
            </a:r>
          </a:p>
          <a:p>
            <a:pPr algn="just">
              <a:lnSpc>
                <a:spcPts val="4496"/>
              </a:lnSpc>
            </a:pPr>
            <a:endParaRPr lang="en-US" sz="2800" dirty="0">
              <a:solidFill>
                <a:srgbClr val="000000"/>
              </a:solidFill>
              <a:latin typeface="Aptos Display" panose="020B0004020202020204" pitchFamily="34" charset="0"/>
            </a:endParaRPr>
          </a:p>
          <a:p>
            <a:pPr algn="just">
              <a:lnSpc>
                <a:spcPts val="4496"/>
              </a:lnSpc>
            </a:pPr>
            <a:endParaRPr lang="en-US" sz="2800" dirty="0">
              <a:solidFill>
                <a:srgbClr val="000000"/>
              </a:solidFill>
              <a:latin typeface="Aptos Display" panose="020B0004020202020204" pitchFamily="34" charset="0"/>
            </a:endParaRPr>
          </a:p>
          <a:p>
            <a:pPr algn="ctr">
              <a:lnSpc>
                <a:spcPts val="4496"/>
              </a:lnSpc>
            </a:pPr>
            <a:endParaRPr lang="en-US" sz="2800" dirty="0">
              <a:solidFill>
                <a:srgbClr val="000000"/>
              </a:solidFill>
              <a:latin typeface="Aptos Display" panose="020B0004020202020204" pitchFamily="34" charset="0"/>
            </a:endParaRPr>
          </a:p>
          <a:p>
            <a:pPr algn="ctr">
              <a:lnSpc>
                <a:spcPts val="4496"/>
              </a:lnSpc>
            </a:pPr>
            <a:endParaRPr lang="en-US" sz="2800" dirty="0">
              <a:solidFill>
                <a:srgbClr val="000000"/>
              </a:solidFill>
              <a:latin typeface="Aptos Display" panose="020B0004020202020204" pitchFamily="34" charset="0"/>
            </a:endParaRPr>
          </a:p>
        </p:txBody>
      </p:sp>
      <p:sp>
        <p:nvSpPr>
          <p:cNvPr id="5" name="Freeform 5"/>
          <p:cNvSpPr/>
          <p:nvPr/>
        </p:nvSpPr>
        <p:spPr>
          <a:xfrm rot="16914915">
            <a:off x="14081363" y="1139819"/>
            <a:ext cx="5210769" cy="6721137"/>
          </a:xfrm>
          <a:custGeom>
            <a:avLst/>
            <a:gdLst/>
            <a:ahLst/>
            <a:cxnLst/>
            <a:rect l="l" t="t" r="r" b="b"/>
            <a:pathLst>
              <a:path w="5210769" h="6721137">
                <a:moveTo>
                  <a:pt x="0" y="0"/>
                </a:moveTo>
                <a:lnTo>
                  <a:pt x="5210768" y="0"/>
                </a:lnTo>
                <a:lnTo>
                  <a:pt x="5210768" y="6721136"/>
                </a:lnTo>
                <a:lnTo>
                  <a:pt x="0" y="6721136"/>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dirty="0"/>
          </a:p>
        </p:txBody>
      </p:sp>
      <p:sp>
        <p:nvSpPr>
          <p:cNvPr id="6" name="Freeform 3"/>
          <p:cNvSpPr/>
          <p:nvPr/>
        </p:nvSpPr>
        <p:spPr>
          <a:xfrm rot="-5569636">
            <a:off x="-419364" y="-4644784"/>
            <a:ext cx="4096053" cy="7060062"/>
          </a:xfrm>
          <a:custGeom>
            <a:avLst/>
            <a:gdLst/>
            <a:ahLst/>
            <a:cxnLst/>
            <a:rect l="l" t="t" r="r" b="b"/>
            <a:pathLst>
              <a:path w="4096053" h="7060062">
                <a:moveTo>
                  <a:pt x="0" y="0"/>
                </a:moveTo>
                <a:lnTo>
                  <a:pt x="4096053" y="0"/>
                </a:lnTo>
                <a:lnTo>
                  <a:pt x="4096053" y="7060062"/>
                </a:lnTo>
                <a:lnTo>
                  <a:pt x="0" y="706006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5151105" y="-2171700"/>
            <a:ext cx="5819473" cy="5018995"/>
          </a:xfrm>
          <a:custGeom>
            <a:avLst/>
            <a:gdLst/>
            <a:ahLst/>
            <a:cxnLst/>
            <a:rect l="l" t="t" r="r" b="b"/>
            <a:pathLst>
              <a:path w="5819473" h="5018995">
                <a:moveTo>
                  <a:pt x="0" y="0"/>
                </a:moveTo>
                <a:lnTo>
                  <a:pt x="5819473" y="0"/>
                </a:lnTo>
                <a:lnTo>
                  <a:pt x="5819473" y="5018996"/>
                </a:lnTo>
                <a:lnTo>
                  <a:pt x="0" y="501899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4" name="Freeform 4"/>
          <p:cNvSpPr/>
          <p:nvPr/>
        </p:nvSpPr>
        <p:spPr>
          <a:xfrm rot="-3755510">
            <a:off x="15287318" y="6885370"/>
            <a:ext cx="4096053" cy="7060062"/>
          </a:xfrm>
          <a:custGeom>
            <a:avLst/>
            <a:gdLst/>
            <a:ahLst/>
            <a:cxnLst/>
            <a:rect l="l" t="t" r="r" b="b"/>
            <a:pathLst>
              <a:path w="4096053" h="7060062">
                <a:moveTo>
                  <a:pt x="0" y="0"/>
                </a:moveTo>
                <a:lnTo>
                  <a:pt x="4096053" y="0"/>
                </a:lnTo>
                <a:lnTo>
                  <a:pt x="4096053" y="7060062"/>
                </a:lnTo>
                <a:lnTo>
                  <a:pt x="0" y="7060062"/>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sp>
        <p:nvSpPr>
          <p:cNvPr id="5" name="TextBox 5"/>
          <p:cNvSpPr txBox="1"/>
          <p:nvPr/>
        </p:nvSpPr>
        <p:spPr>
          <a:xfrm>
            <a:off x="227158" y="-190500"/>
            <a:ext cx="17833684" cy="13086981"/>
          </a:xfrm>
          <a:prstGeom prst="rect">
            <a:avLst/>
          </a:prstGeom>
        </p:spPr>
        <p:txBody>
          <a:bodyPr lIns="720000" tIns="0" rIns="720000" bIns="0" rtlCol="0" anchor="t">
            <a:spAutoFit/>
          </a:bodyPr>
          <a:lstStyle/>
          <a:p>
            <a:pPr>
              <a:lnSpc>
                <a:spcPts val="4493"/>
              </a:lnSpc>
            </a:pPr>
            <a:endParaRPr sz="2800" dirty="0">
              <a:latin typeface="Aptos Display" panose="020B0004020202020204" pitchFamily="34" charset="0"/>
            </a:endParaRPr>
          </a:p>
          <a:p>
            <a:pPr>
              <a:lnSpc>
                <a:spcPts val="4493"/>
              </a:lnSpc>
            </a:pPr>
            <a:r>
              <a:rPr lang="en-US" sz="3200" dirty="0">
                <a:solidFill>
                  <a:srgbClr val="000000"/>
                </a:solidFill>
                <a:latin typeface="Aptos Display" panose="020B0004020202020204" pitchFamily="34" charset="0"/>
              </a:rPr>
              <a:t>11</a:t>
            </a:r>
            <a:r>
              <a:rPr lang="en-US" sz="2800" dirty="0">
                <a:solidFill>
                  <a:srgbClr val="000000"/>
                </a:solidFill>
                <a:latin typeface="Aptos Display" panose="020B0004020202020204" pitchFamily="34" charset="0"/>
              </a:rPr>
              <a:t>. </a:t>
            </a:r>
            <a:r>
              <a:rPr lang="en-US" sz="2800" b="1" dirty="0">
                <a:solidFill>
                  <a:srgbClr val="000000"/>
                </a:solidFill>
                <a:latin typeface="Aptos Display" panose="020B0004020202020204" pitchFamily="34" charset="0"/>
              </a:rPr>
              <a:t>BUILD</a:t>
            </a:r>
            <a:r>
              <a:rPr lang="en-US" sz="2800" dirty="0">
                <a:solidFill>
                  <a:srgbClr val="000000"/>
                </a:solidFill>
                <a:latin typeface="Aptos Display" panose="020B0004020202020204" pitchFamily="34" charset="0"/>
              </a:rPr>
              <a:t> the LSTM model:</a:t>
            </a:r>
          </a:p>
          <a:p>
            <a:pPr>
              <a:lnSpc>
                <a:spcPts val="4493"/>
              </a:lnSpc>
            </a:pPr>
            <a:r>
              <a:rPr lang="en-US" sz="2800" dirty="0">
                <a:solidFill>
                  <a:srgbClr val="000000"/>
                </a:solidFill>
                <a:latin typeface="Aptos Display" panose="020B0004020202020204" pitchFamily="34" charset="0"/>
              </a:rPr>
              <a:t> 	- Initialize a sequential model.</a:t>
            </a:r>
          </a:p>
          <a:p>
            <a:pPr>
              <a:lnSpc>
                <a:spcPts val="4493"/>
              </a:lnSpc>
            </a:pPr>
            <a:r>
              <a:rPr lang="en-US" sz="2800" dirty="0">
                <a:solidFill>
                  <a:srgbClr val="000000"/>
                </a:solidFill>
                <a:latin typeface="Aptos Display" panose="020B0004020202020204" pitchFamily="34" charset="0"/>
              </a:rPr>
              <a:t> 	- Add an LSTM layer with 50 units, </a:t>
            </a:r>
            <a:r>
              <a:rPr lang="en-US" sz="2800" dirty="0" err="1">
                <a:solidFill>
                  <a:srgbClr val="000000"/>
                </a:solidFill>
                <a:latin typeface="Aptos Display" panose="020B0004020202020204" pitchFamily="34" charset="0"/>
              </a:rPr>
              <a:t>ReLU</a:t>
            </a:r>
            <a:r>
              <a:rPr lang="en-US" sz="2800" dirty="0">
                <a:solidFill>
                  <a:srgbClr val="000000"/>
                </a:solidFill>
                <a:latin typeface="Aptos Display" panose="020B0004020202020204" pitchFamily="34" charset="0"/>
              </a:rPr>
              <a:t> activation, and appropriate input shape.</a:t>
            </a:r>
          </a:p>
          <a:p>
            <a:pPr>
              <a:lnSpc>
                <a:spcPts val="4493"/>
              </a:lnSpc>
            </a:pPr>
            <a:r>
              <a:rPr lang="en-US" sz="2800" dirty="0">
                <a:solidFill>
                  <a:srgbClr val="000000"/>
                </a:solidFill>
                <a:latin typeface="Aptos Display" panose="020B0004020202020204" pitchFamily="34" charset="0"/>
              </a:rPr>
              <a:t>  	- Add a Dense layer with 1 unit.</a:t>
            </a:r>
          </a:p>
          <a:p>
            <a:pPr>
              <a:lnSpc>
                <a:spcPts val="4493"/>
              </a:lnSpc>
            </a:pPr>
            <a:r>
              <a:rPr lang="en-US" sz="2800" dirty="0">
                <a:solidFill>
                  <a:srgbClr val="000000"/>
                </a:solidFill>
                <a:latin typeface="Aptos Display" panose="020B0004020202020204" pitchFamily="34" charset="0"/>
              </a:rPr>
              <a:t>  	- COMPILE the model using the Adam optimizer and mean squared error as the loss function.</a:t>
            </a:r>
          </a:p>
          <a:p>
            <a:pPr>
              <a:lnSpc>
                <a:spcPts val="4493"/>
              </a:lnSpc>
            </a:pPr>
            <a:endParaRPr lang="en-US" sz="2800" dirty="0">
              <a:solidFill>
                <a:srgbClr val="000000"/>
              </a:solidFill>
              <a:latin typeface="Aptos Display" panose="020B0004020202020204" pitchFamily="34" charset="0"/>
            </a:endParaRPr>
          </a:p>
          <a:p>
            <a:pPr>
              <a:lnSpc>
                <a:spcPts val="4493"/>
              </a:lnSpc>
            </a:pPr>
            <a:r>
              <a:rPr lang="en-US" sz="3200" dirty="0">
                <a:solidFill>
                  <a:srgbClr val="000000"/>
                </a:solidFill>
                <a:latin typeface="Aptos Display" panose="020B0004020202020204" pitchFamily="34" charset="0"/>
              </a:rPr>
              <a:t>12</a:t>
            </a:r>
            <a:r>
              <a:rPr lang="en-US" sz="2800" dirty="0">
                <a:solidFill>
                  <a:srgbClr val="000000"/>
                </a:solidFill>
                <a:latin typeface="Aptos Display" panose="020B0004020202020204" pitchFamily="34" charset="0"/>
              </a:rPr>
              <a:t>. </a:t>
            </a:r>
            <a:r>
              <a:rPr lang="en-US" sz="2800" b="1" dirty="0">
                <a:solidFill>
                  <a:srgbClr val="000000"/>
                </a:solidFill>
                <a:latin typeface="Aptos Display" panose="020B0004020202020204" pitchFamily="34" charset="0"/>
              </a:rPr>
              <a:t>TRAIN</a:t>
            </a:r>
            <a:r>
              <a:rPr lang="en-US" sz="2800" dirty="0">
                <a:solidFill>
                  <a:srgbClr val="000000"/>
                </a:solidFill>
                <a:latin typeface="Aptos Display" panose="020B0004020202020204" pitchFamily="34" charset="0"/>
              </a:rPr>
              <a:t> the LSTM model on "</a:t>
            </a:r>
            <a:r>
              <a:rPr lang="en-US" sz="2800" dirty="0" err="1">
                <a:solidFill>
                  <a:srgbClr val="000000"/>
                </a:solidFill>
                <a:latin typeface="Aptos Display" panose="020B0004020202020204" pitchFamily="34" charset="0"/>
              </a:rPr>
              <a:t>X_train</a:t>
            </a:r>
            <a:r>
              <a:rPr lang="en-US" sz="2800" dirty="0">
                <a:solidFill>
                  <a:srgbClr val="000000"/>
                </a:solidFill>
                <a:latin typeface="Aptos Display" panose="020B0004020202020204" pitchFamily="34" charset="0"/>
              </a:rPr>
              <a:t>" and "</a:t>
            </a:r>
            <a:r>
              <a:rPr lang="en-US" sz="2800" dirty="0" err="1">
                <a:solidFill>
                  <a:srgbClr val="000000"/>
                </a:solidFill>
                <a:latin typeface="Aptos Display" panose="020B0004020202020204" pitchFamily="34" charset="0"/>
              </a:rPr>
              <a:t>y_train</a:t>
            </a:r>
            <a:r>
              <a:rPr lang="en-US" sz="2800" dirty="0">
                <a:solidFill>
                  <a:srgbClr val="000000"/>
                </a:solidFill>
                <a:latin typeface="Aptos Display" panose="020B0004020202020204" pitchFamily="34" charset="0"/>
              </a:rPr>
              <a:t>" with 100 epochs, a batch size of 16, and display the progress.</a:t>
            </a:r>
          </a:p>
          <a:p>
            <a:pPr>
              <a:lnSpc>
                <a:spcPts val="4493"/>
              </a:lnSpc>
            </a:pPr>
            <a:r>
              <a:rPr lang="en-US" sz="2800" dirty="0">
                <a:solidFill>
                  <a:srgbClr val="000000"/>
                </a:solidFill>
                <a:latin typeface="Aptos Display" panose="020B0004020202020204" pitchFamily="34" charset="0"/>
              </a:rPr>
              <a:t> </a:t>
            </a:r>
          </a:p>
          <a:p>
            <a:pPr>
              <a:lnSpc>
                <a:spcPts val="4493"/>
              </a:lnSpc>
            </a:pPr>
            <a:r>
              <a:rPr lang="en-US" sz="3200" dirty="0">
                <a:solidFill>
                  <a:srgbClr val="000000"/>
                </a:solidFill>
                <a:latin typeface="Aptos Display" panose="020B0004020202020204" pitchFamily="34" charset="0"/>
              </a:rPr>
              <a:t>13</a:t>
            </a:r>
            <a:r>
              <a:rPr lang="en-US" sz="2800" dirty="0">
                <a:solidFill>
                  <a:srgbClr val="000000"/>
                </a:solidFill>
                <a:latin typeface="Aptos Display" panose="020B0004020202020204" pitchFamily="34" charset="0"/>
              </a:rPr>
              <a:t>. </a:t>
            </a:r>
            <a:r>
              <a:rPr lang="en-US" sz="2800" b="1" dirty="0">
                <a:solidFill>
                  <a:srgbClr val="000000"/>
                </a:solidFill>
                <a:latin typeface="Aptos Display" panose="020B0004020202020204" pitchFamily="34" charset="0"/>
              </a:rPr>
              <a:t>MAKE PREDICTIONS </a:t>
            </a:r>
            <a:r>
              <a:rPr lang="en-US" sz="2800" dirty="0">
                <a:solidFill>
                  <a:srgbClr val="000000"/>
                </a:solidFill>
                <a:latin typeface="Aptos Display" panose="020B0004020202020204" pitchFamily="34" charset="0"/>
              </a:rPr>
              <a:t>using the trained LSTM model on "</a:t>
            </a:r>
            <a:r>
              <a:rPr lang="en-US" sz="2800" dirty="0" err="1">
                <a:solidFill>
                  <a:srgbClr val="000000"/>
                </a:solidFill>
                <a:latin typeface="Aptos Display" panose="020B0004020202020204" pitchFamily="34" charset="0"/>
              </a:rPr>
              <a:t>X_test</a:t>
            </a:r>
            <a:r>
              <a:rPr lang="en-US" sz="2800" dirty="0">
                <a:solidFill>
                  <a:srgbClr val="000000"/>
                </a:solidFill>
                <a:latin typeface="Aptos Display" panose="020B0004020202020204" pitchFamily="34" charset="0"/>
              </a:rPr>
              <a:t>" and store them in "</a:t>
            </a:r>
            <a:r>
              <a:rPr lang="en-US" sz="2800" dirty="0" err="1">
                <a:solidFill>
                  <a:srgbClr val="000000"/>
                </a:solidFill>
                <a:latin typeface="Aptos Display" panose="020B0004020202020204" pitchFamily="34" charset="0"/>
              </a:rPr>
              <a:t>y_pred</a:t>
            </a:r>
            <a:r>
              <a:rPr lang="en-US" sz="2800" dirty="0">
                <a:solidFill>
                  <a:srgbClr val="000000"/>
                </a:solidFill>
                <a:latin typeface="Aptos Display" panose="020B0004020202020204" pitchFamily="34" charset="0"/>
              </a:rPr>
              <a:t>".</a:t>
            </a:r>
          </a:p>
          <a:p>
            <a:pPr>
              <a:lnSpc>
                <a:spcPts val="4493"/>
              </a:lnSpc>
            </a:pPr>
            <a:endParaRPr lang="en-US" sz="2800" dirty="0">
              <a:solidFill>
                <a:srgbClr val="000000"/>
              </a:solidFill>
              <a:latin typeface="Aptos Display" panose="020B0004020202020204" pitchFamily="34" charset="0"/>
            </a:endParaRPr>
          </a:p>
          <a:p>
            <a:pPr>
              <a:lnSpc>
                <a:spcPts val="4493"/>
              </a:lnSpc>
            </a:pPr>
            <a:r>
              <a:rPr lang="en-US" sz="3200" dirty="0">
                <a:solidFill>
                  <a:srgbClr val="000000"/>
                </a:solidFill>
                <a:latin typeface="Aptos Display" panose="020B0004020202020204" pitchFamily="34" charset="0"/>
              </a:rPr>
              <a:t>14</a:t>
            </a:r>
            <a:r>
              <a:rPr lang="en-US" sz="2800" dirty="0">
                <a:solidFill>
                  <a:srgbClr val="000000"/>
                </a:solidFill>
                <a:latin typeface="Aptos Display" panose="020B0004020202020204" pitchFamily="34" charset="0"/>
              </a:rPr>
              <a:t>. </a:t>
            </a:r>
            <a:r>
              <a:rPr lang="en-US" sz="2800" b="1" dirty="0">
                <a:solidFill>
                  <a:srgbClr val="000000"/>
                </a:solidFill>
                <a:latin typeface="Aptos Display" panose="020B0004020202020204" pitchFamily="34" charset="0"/>
              </a:rPr>
              <a:t>REVERT</a:t>
            </a:r>
            <a:r>
              <a:rPr lang="en-US" sz="2800" dirty="0">
                <a:solidFill>
                  <a:srgbClr val="000000"/>
                </a:solidFill>
                <a:latin typeface="Aptos Display" panose="020B0004020202020204" pitchFamily="34" charset="0"/>
              </a:rPr>
              <a:t> the scaling of "</a:t>
            </a:r>
            <a:r>
              <a:rPr lang="en-US" sz="2800" dirty="0" err="1">
                <a:solidFill>
                  <a:srgbClr val="000000"/>
                </a:solidFill>
                <a:latin typeface="Aptos Display" panose="020B0004020202020204" pitchFamily="34" charset="0"/>
              </a:rPr>
              <a:t>y_pred</a:t>
            </a:r>
            <a:r>
              <a:rPr lang="en-US" sz="2800" dirty="0">
                <a:solidFill>
                  <a:srgbClr val="000000"/>
                </a:solidFill>
                <a:latin typeface="Aptos Display" panose="020B0004020202020204" pitchFamily="34" charset="0"/>
              </a:rPr>
              <a:t>" and "</a:t>
            </a:r>
            <a:r>
              <a:rPr lang="en-US" sz="2800" dirty="0" err="1">
                <a:solidFill>
                  <a:srgbClr val="000000"/>
                </a:solidFill>
                <a:latin typeface="Aptos Display" panose="020B0004020202020204" pitchFamily="34" charset="0"/>
              </a:rPr>
              <a:t>y_test</a:t>
            </a:r>
            <a:r>
              <a:rPr lang="en-US" sz="2800" dirty="0">
                <a:solidFill>
                  <a:srgbClr val="000000"/>
                </a:solidFill>
                <a:latin typeface="Aptos Display" panose="020B0004020202020204" pitchFamily="34" charset="0"/>
              </a:rPr>
              <a:t>" to the original scale using the </a:t>
            </a:r>
            <a:r>
              <a:rPr lang="en-US" sz="2800" dirty="0" err="1">
                <a:solidFill>
                  <a:srgbClr val="000000"/>
                </a:solidFill>
                <a:latin typeface="Aptos Display" panose="020B0004020202020204" pitchFamily="34" charset="0"/>
              </a:rPr>
              <a:t>MinMaxScaler</a:t>
            </a:r>
            <a:r>
              <a:rPr lang="en-US" sz="2800" dirty="0">
                <a:solidFill>
                  <a:srgbClr val="000000"/>
                </a:solidFill>
                <a:latin typeface="Aptos Display" panose="020B0004020202020204" pitchFamily="34" charset="0"/>
              </a:rPr>
              <a:t>.</a:t>
            </a:r>
          </a:p>
          <a:p>
            <a:pPr>
              <a:lnSpc>
                <a:spcPts val="4493"/>
              </a:lnSpc>
            </a:pPr>
            <a:endParaRPr lang="en-US" sz="2800" dirty="0">
              <a:solidFill>
                <a:srgbClr val="000000"/>
              </a:solidFill>
              <a:latin typeface="Aptos Display" panose="020B0004020202020204" pitchFamily="34" charset="0"/>
            </a:endParaRPr>
          </a:p>
          <a:p>
            <a:pPr>
              <a:lnSpc>
                <a:spcPts val="4493"/>
              </a:lnSpc>
            </a:pPr>
            <a:r>
              <a:rPr lang="en-US" sz="3200" dirty="0">
                <a:solidFill>
                  <a:srgbClr val="000000"/>
                </a:solidFill>
                <a:latin typeface="Aptos Display" panose="020B0004020202020204" pitchFamily="34" charset="0"/>
              </a:rPr>
              <a:t>15</a:t>
            </a:r>
            <a:r>
              <a:rPr lang="en-US" sz="2800" dirty="0">
                <a:solidFill>
                  <a:srgbClr val="000000"/>
                </a:solidFill>
                <a:latin typeface="Aptos Display" panose="020B0004020202020204" pitchFamily="34" charset="0"/>
              </a:rPr>
              <a:t>. </a:t>
            </a:r>
            <a:r>
              <a:rPr lang="en-US" sz="2800" b="1" dirty="0">
                <a:solidFill>
                  <a:srgbClr val="000000"/>
                </a:solidFill>
                <a:latin typeface="Aptos Display" panose="020B0004020202020204" pitchFamily="34" charset="0"/>
              </a:rPr>
              <a:t>CALCULATE</a:t>
            </a:r>
            <a:r>
              <a:rPr lang="en-US" sz="2800" dirty="0">
                <a:solidFill>
                  <a:srgbClr val="000000"/>
                </a:solidFill>
                <a:latin typeface="Aptos Display" panose="020B0004020202020204" pitchFamily="34" charset="0"/>
              </a:rPr>
              <a:t> the root mean squared error between "</a:t>
            </a:r>
            <a:r>
              <a:rPr lang="en-US" sz="2800" dirty="0" err="1">
                <a:solidFill>
                  <a:srgbClr val="000000"/>
                </a:solidFill>
                <a:latin typeface="Aptos Display" panose="020B0004020202020204" pitchFamily="34" charset="0"/>
              </a:rPr>
              <a:t>y_test</a:t>
            </a:r>
            <a:r>
              <a:rPr lang="en-US" sz="2800" dirty="0">
                <a:solidFill>
                  <a:srgbClr val="000000"/>
                </a:solidFill>
                <a:latin typeface="Aptos Display" panose="020B0004020202020204" pitchFamily="34" charset="0"/>
              </a:rPr>
              <a:t>" and "</a:t>
            </a:r>
            <a:r>
              <a:rPr lang="en-US" sz="2800" dirty="0" err="1">
                <a:solidFill>
                  <a:srgbClr val="000000"/>
                </a:solidFill>
                <a:latin typeface="Aptos Display" panose="020B0004020202020204" pitchFamily="34" charset="0"/>
              </a:rPr>
              <a:t>y_pred</a:t>
            </a:r>
            <a:r>
              <a:rPr lang="en-US" sz="2800" dirty="0">
                <a:solidFill>
                  <a:srgbClr val="000000"/>
                </a:solidFill>
                <a:latin typeface="Aptos Display" panose="020B0004020202020204" pitchFamily="34" charset="0"/>
              </a:rPr>
              <a:t>" and PRINT it.</a:t>
            </a:r>
          </a:p>
          <a:p>
            <a:pPr>
              <a:lnSpc>
                <a:spcPts val="4493"/>
              </a:lnSpc>
            </a:pPr>
            <a:endParaRPr lang="en-US" sz="2800" dirty="0">
              <a:solidFill>
                <a:srgbClr val="000000"/>
              </a:solidFill>
              <a:latin typeface="Aptos Display" panose="020B0004020202020204" pitchFamily="34" charset="0"/>
            </a:endParaRPr>
          </a:p>
          <a:p>
            <a:pPr>
              <a:lnSpc>
                <a:spcPts val="4493"/>
              </a:lnSpc>
            </a:pPr>
            <a:r>
              <a:rPr lang="en-US" sz="3200" dirty="0">
                <a:solidFill>
                  <a:srgbClr val="000000"/>
                </a:solidFill>
                <a:latin typeface="Aptos Display" panose="020B0004020202020204" pitchFamily="34" charset="0"/>
              </a:rPr>
              <a:t>16</a:t>
            </a:r>
            <a:r>
              <a:rPr lang="en-US" sz="2800" dirty="0">
                <a:solidFill>
                  <a:srgbClr val="000000"/>
                </a:solidFill>
                <a:latin typeface="Aptos Display" panose="020B0004020202020204" pitchFamily="34" charset="0"/>
              </a:rPr>
              <a:t>. </a:t>
            </a:r>
            <a:r>
              <a:rPr lang="en-US" sz="2800" b="1" dirty="0">
                <a:solidFill>
                  <a:srgbClr val="000000"/>
                </a:solidFill>
                <a:latin typeface="Aptos Display" panose="020B0004020202020204" pitchFamily="34" charset="0"/>
              </a:rPr>
              <a:t>PLOT </a:t>
            </a:r>
            <a:r>
              <a:rPr lang="en-US" sz="2800" dirty="0">
                <a:solidFill>
                  <a:srgbClr val="000000"/>
                </a:solidFill>
                <a:latin typeface="Aptos Display" panose="020B0004020202020204" pitchFamily="34" charset="0"/>
              </a:rPr>
              <a:t>"</a:t>
            </a:r>
            <a:r>
              <a:rPr lang="en-US" sz="2800" dirty="0" err="1">
                <a:solidFill>
                  <a:srgbClr val="000000"/>
                </a:solidFill>
                <a:latin typeface="Aptos Display" panose="020B0004020202020204" pitchFamily="34" charset="0"/>
              </a:rPr>
              <a:t>y_test</a:t>
            </a:r>
            <a:r>
              <a:rPr lang="en-US" sz="2800" dirty="0">
                <a:solidFill>
                  <a:srgbClr val="000000"/>
                </a:solidFill>
                <a:latin typeface="Aptos Display" panose="020B0004020202020204" pitchFamily="34" charset="0"/>
              </a:rPr>
              <a:t>" as "Actual Load" with suitable labels and show the plot.</a:t>
            </a:r>
          </a:p>
          <a:p>
            <a:pPr>
              <a:lnSpc>
                <a:spcPts val="4493"/>
              </a:lnSpc>
            </a:pPr>
            <a:endParaRPr lang="en-US" sz="2800" dirty="0">
              <a:solidFill>
                <a:srgbClr val="000000"/>
              </a:solidFill>
              <a:latin typeface="Aptos Display" panose="020B0004020202020204" pitchFamily="34" charset="0"/>
            </a:endParaRPr>
          </a:p>
          <a:p>
            <a:pPr>
              <a:lnSpc>
                <a:spcPts val="4493"/>
              </a:lnSpc>
            </a:pPr>
            <a:r>
              <a:rPr lang="en-US" sz="3200" dirty="0">
                <a:solidFill>
                  <a:srgbClr val="000000"/>
                </a:solidFill>
                <a:latin typeface="Aptos Display" panose="020B0004020202020204" pitchFamily="34" charset="0"/>
              </a:rPr>
              <a:t>17</a:t>
            </a:r>
            <a:r>
              <a:rPr lang="en-US" sz="2800" dirty="0">
                <a:solidFill>
                  <a:srgbClr val="000000"/>
                </a:solidFill>
                <a:latin typeface="Aptos Display" panose="020B0004020202020204" pitchFamily="34" charset="0"/>
              </a:rPr>
              <a:t>.</a:t>
            </a:r>
            <a:r>
              <a:rPr lang="en-US" sz="2800" b="1" dirty="0">
                <a:solidFill>
                  <a:srgbClr val="000000"/>
                </a:solidFill>
                <a:latin typeface="Aptos Display" panose="020B0004020202020204" pitchFamily="34" charset="0"/>
              </a:rPr>
              <a:t> PRINT </a:t>
            </a:r>
            <a:r>
              <a:rPr lang="en-US" sz="2800" dirty="0">
                <a:solidFill>
                  <a:srgbClr val="000000"/>
                </a:solidFill>
                <a:latin typeface="Aptos Display" panose="020B0004020202020204" pitchFamily="34" charset="0"/>
              </a:rPr>
              <a:t>the reshaped "</a:t>
            </a:r>
            <a:r>
              <a:rPr lang="en-US" sz="2800" dirty="0" err="1">
                <a:solidFill>
                  <a:srgbClr val="000000"/>
                </a:solidFill>
                <a:latin typeface="Aptos Display" panose="020B0004020202020204" pitchFamily="34" charset="0"/>
              </a:rPr>
              <a:t>X_train</a:t>
            </a:r>
            <a:r>
              <a:rPr lang="en-US" sz="2800" dirty="0">
                <a:solidFill>
                  <a:srgbClr val="000000"/>
                </a:solidFill>
                <a:latin typeface="Aptos Display" panose="020B0004020202020204" pitchFamily="34" charset="0"/>
              </a:rPr>
              <a:t>" for inspection.</a:t>
            </a:r>
          </a:p>
          <a:p>
            <a:pPr>
              <a:lnSpc>
                <a:spcPts val="4493"/>
              </a:lnSpc>
            </a:pPr>
            <a:endParaRPr lang="en-US" sz="2800" dirty="0">
              <a:solidFill>
                <a:srgbClr val="000000"/>
              </a:solidFill>
              <a:latin typeface="Aptos Display" panose="020B0004020202020204" pitchFamily="34" charset="0"/>
            </a:endParaRPr>
          </a:p>
          <a:p>
            <a:pPr>
              <a:lnSpc>
                <a:spcPts val="4493"/>
              </a:lnSpc>
            </a:pPr>
            <a:endParaRPr lang="en-US" sz="2800" dirty="0">
              <a:solidFill>
                <a:srgbClr val="000000"/>
              </a:solidFill>
              <a:latin typeface="Aptos Display" panose="020B0004020202020204" pitchFamily="34" charset="0"/>
            </a:endParaRPr>
          </a:p>
          <a:p>
            <a:pPr>
              <a:lnSpc>
                <a:spcPts val="4060"/>
              </a:lnSpc>
            </a:pPr>
            <a:endParaRPr lang="en-US" sz="2800" dirty="0">
              <a:solidFill>
                <a:srgbClr val="000000"/>
              </a:solidFill>
              <a:latin typeface="Aptos Display" panose="020B0004020202020204" pitchFamily="34" charset="0"/>
            </a:endParaRPr>
          </a:p>
          <a:p>
            <a:pPr>
              <a:lnSpc>
                <a:spcPts val="4060"/>
              </a:lnSpc>
            </a:pPr>
            <a:endParaRPr lang="en-US" sz="2800" dirty="0">
              <a:solidFill>
                <a:srgbClr val="000000"/>
              </a:solidFill>
              <a:latin typeface="Aptos Display" panose="020B0004020202020204" pitchFamily="34" charset="0"/>
            </a:endParaRPr>
          </a:p>
          <a:p>
            <a:pPr>
              <a:lnSpc>
                <a:spcPts val="4060"/>
              </a:lnSpc>
            </a:pPr>
            <a:endParaRPr lang="en-US" sz="2800" dirty="0">
              <a:solidFill>
                <a:srgbClr val="000000"/>
              </a:solidFill>
              <a:latin typeface="Aptos Display" panose="020B0004020202020204" pitchFamily="34" charset="0"/>
            </a:endParaRPr>
          </a:p>
        </p:txBody>
      </p:sp>
      <p:sp>
        <p:nvSpPr>
          <p:cNvPr id="7" name="Freeform 3"/>
          <p:cNvSpPr/>
          <p:nvPr/>
        </p:nvSpPr>
        <p:spPr>
          <a:xfrm rot="-5569636">
            <a:off x="-406550" y="-3967506"/>
            <a:ext cx="4096053" cy="7060062"/>
          </a:xfrm>
          <a:custGeom>
            <a:avLst/>
            <a:gdLst/>
            <a:ahLst/>
            <a:cxnLst/>
            <a:rect l="l" t="t" r="r" b="b"/>
            <a:pathLst>
              <a:path w="4096053" h="7060062">
                <a:moveTo>
                  <a:pt x="0" y="0"/>
                </a:moveTo>
                <a:lnTo>
                  <a:pt x="4096053" y="0"/>
                </a:lnTo>
                <a:lnTo>
                  <a:pt x="4096053" y="7060062"/>
                </a:lnTo>
                <a:lnTo>
                  <a:pt x="0" y="7060062"/>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reeform 5"/>
          <p:cNvSpPr/>
          <p:nvPr/>
        </p:nvSpPr>
        <p:spPr>
          <a:xfrm rot="-3755510">
            <a:off x="14637629" y="5499669"/>
            <a:ext cx="4096053" cy="7060062"/>
          </a:xfrm>
          <a:custGeom>
            <a:avLst/>
            <a:gdLst/>
            <a:ahLst/>
            <a:cxnLst/>
            <a:rect l="l" t="t" r="r" b="b"/>
            <a:pathLst>
              <a:path w="4096053" h="7060062">
                <a:moveTo>
                  <a:pt x="0" y="0"/>
                </a:moveTo>
                <a:lnTo>
                  <a:pt x="4096053" y="0"/>
                </a:lnTo>
                <a:lnTo>
                  <a:pt x="4096053" y="7060062"/>
                </a:lnTo>
                <a:lnTo>
                  <a:pt x="0" y="706006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6" name="TextBox 6"/>
          <p:cNvSpPr txBox="1"/>
          <p:nvPr/>
        </p:nvSpPr>
        <p:spPr>
          <a:xfrm>
            <a:off x="7963049" y="4563110"/>
            <a:ext cx="1180951" cy="580390"/>
          </a:xfrm>
          <a:prstGeom prst="rect">
            <a:avLst/>
          </a:prstGeom>
        </p:spPr>
        <p:txBody>
          <a:bodyPr lIns="0" tIns="0" rIns="0" bIns="0" rtlCol="0" anchor="t">
            <a:spAutoFit/>
          </a:bodyPr>
          <a:lstStyle/>
          <a:p>
            <a:pPr algn="ctr">
              <a:lnSpc>
                <a:spcPts val="4759"/>
              </a:lnSpc>
            </a:pPr>
            <a:endParaRPr lang="en-US" sz="3399" dirty="0">
              <a:solidFill>
                <a:srgbClr val="000000"/>
              </a:solidFill>
              <a:latin typeface="Libre Baskerville"/>
            </a:endParaRPr>
          </a:p>
        </p:txBody>
      </p:sp>
      <p:sp>
        <p:nvSpPr>
          <p:cNvPr id="8" name="TextBox 7"/>
          <p:cNvSpPr txBox="1"/>
          <p:nvPr/>
        </p:nvSpPr>
        <p:spPr>
          <a:xfrm>
            <a:off x="-998721" y="-127105"/>
            <a:ext cx="15392400" cy="400110"/>
          </a:xfrm>
          <a:prstGeom prst="rect">
            <a:avLst/>
          </a:prstGeom>
          <a:noFill/>
        </p:spPr>
        <p:txBody>
          <a:bodyPr wrap="square" rtlCol="0">
            <a:spAutoFit/>
          </a:bodyPr>
          <a:lstStyle/>
          <a:p>
            <a:r>
              <a:rPr lang="en-US" sz="2000" dirty="0">
                <a:latin typeface="Canva Sans" panose="020B0604020202020204" charset="0"/>
              </a:rPr>
              <a:t> </a:t>
            </a:r>
            <a:endParaRPr lang="en-US" sz="2200" dirty="0">
              <a:latin typeface="Canva Sans" panose="020B0604020202020204" charset="0"/>
            </a:endParaRPr>
          </a:p>
        </p:txBody>
      </p:sp>
      <p:sp>
        <p:nvSpPr>
          <p:cNvPr id="9" name="Freeform 2"/>
          <p:cNvSpPr/>
          <p:nvPr/>
        </p:nvSpPr>
        <p:spPr>
          <a:xfrm rot="19881774">
            <a:off x="14146785" y="-1713754"/>
            <a:ext cx="6626483" cy="5715000"/>
          </a:xfrm>
          <a:custGeom>
            <a:avLst/>
            <a:gdLst/>
            <a:ahLst/>
            <a:cxnLst/>
            <a:rect l="l" t="t" r="r" b="b"/>
            <a:pathLst>
              <a:path w="6626483" h="5715000">
                <a:moveTo>
                  <a:pt x="0" y="0"/>
                </a:moveTo>
                <a:lnTo>
                  <a:pt x="6626484" y="0"/>
                </a:lnTo>
                <a:lnTo>
                  <a:pt x="6626484" y="5715000"/>
                </a:lnTo>
                <a:lnTo>
                  <a:pt x="0" y="571500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sp>
        <p:nvSpPr>
          <p:cNvPr id="10" name="Freeform 3"/>
          <p:cNvSpPr/>
          <p:nvPr/>
        </p:nvSpPr>
        <p:spPr>
          <a:xfrm rot="-5569636">
            <a:off x="-97674" y="-2720077"/>
            <a:ext cx="4096053" cy="7060062"/>
          </a:xfrm>
          <a:custGeom>
            <a:avLst/>
            <a:gdLst/>
            <a:ahLst/>
            <a:cxnLst/>
            <a:rect l="l" t="t" r="r" b="b"/>
            <a:pathLst>
              <a:path w="4096053" h="7060062">
                <a:moveTo>
                  <a:pt x="0" y="0"/>
                </a:moveTo>
                <a:lnTo>
                  <a:pt x="4096053" y="0"/>
                </a:lnTo>
                <a:lnTo>
                  <a:pt x="4096053" y="7060062"/>
                </a:lnTo>
                <a:lnTo>
                  <a:pt x="0" y="706006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pic>
        <p:nvPicPr>
          <p:cNvPr id="3" name="Picture 2">
            <a:extLst>
              <a:ext uri="{FF2B5EF4-FFF2-40B4-BE49-F238E27FC236}">
                <a16:creationId xmlns:a16="http://schemas.microsoft.com/office/drawing/2014/main" id="{55020839-5507-05F9-CEAF-102700E070A0}"/>
              </a:ext>
            </a:extLst>
          </p:cNvPr>
          <p:cNvPicPr>
            <a:picLocks noChangeAspect="1"/>
          </p:cNvPicPr>
          <p:nvPr/>
        </p:nvPicPr>
        <p:blipFill>
          <a:blip r:embed="rId6"/>
          <a:stretch>
            <a:fillRect/>
          </a:stretch>
        </p:blipFill>
        <p:spPr>
          <a:xfrm>
            <a:off x="990600" y="1671014"/>
            <a:ext cx="13631679" cy="8030780"/>
          </a:xfrm>
          <a:prstGeom prst="rect">
            <a:avLst/>
          </a:prstGeom>
          <a:ln w="127000" cap="sq">
            <a:solidFill>
              <a:srgbClr val="000000"/>
            </a:solidFill>
            <a:miter lim="800000"/>
          </a:ln>
          <a:effectLst>
            <a:outerShdw blurRad="57150" dist="50800" dir="2700000" algn="tl" rotWithShape="0">
              <a:srgbClr val="000000">
                <a:alpha val="40000"/>
              </a:srgbClr>
            </a:outerShdw>
          </a:effectLst>
        </p:spPr>
      </p:pic>
      <p:sp>
        <p:nvSpPr>
          <p:cNvPr id="11" name="TextBox 10">
            <a:extLst>
              <a:ext uri="{FF2B5EF4-FFF2-40B4-BE49-F238E27FC236}">
                <a16:creationId xmlns:a16="http://schemas.microsoft.com/office/drawing/2014/main" id="{D167F8FC-DB25-57E4-6E5C-3DF81454B1BF}"/>
              </a:ext>
            </a:extLst>
          </p:cNvPr>
          <p:cNvSpPr txBox="1"/>
          <p:nvPr/>
        </p:nvSpPr>
        <p:spPr>
          <a:xfrm>
            <a:off x="761999" y="170323"/>
            <a:ext cx="11714812" cy="1323439"/>
          </a:xfrm>
          <a:prstGeom prst="rect">
            <a:avLst/>
          </a:prstGeom>
          <a:noFill/>
        </p:spPr>
        <p:txBody>
          <a:bodyPr wrap="square">
            <a:spAutoFit/>
          </a:bodyPr>
          <a:lstStyle/>
          <a:p>
            <a:r>
              <a:rPr lang="en-US" sz="8000" dirty="0">
                <a:latin typeface="Yeseva One" panose="020B0604020202020204" charset="0"/>
              </a:rPr>
              <a:t>Graph 1:</a:t>
            </a:r>
            <a:endParaRPr lang="en-IN" sz="8000" dirty="0">
              <a:latin typeface="Yeseva One" panose="020B0604020202020204" charset="0"/>
            </a:endParaRPr>
          </a:p>
        </p:txBody>
      </p:sp>
    </p:spTree>
    <p:extLst>
      <p:ext uri="{BB962C8B-B14F-4D97-AF65-F5344CB8AC3E}">
        <p14:creationId xmlns:p14="http://schemas.microsoft.com/office/powerpoint/2010/main" val="30121313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reeform 5"/>
          <p:cNvSpPr/>
          <p:nvPr/>
        </p:nvSpPr>
        <p:spPr>
          <a:xfrm rot="-3755510">
            <a:off x="14637629" y="5499669"/>
            <a:ext cx="4096053" cy="7060062"/>
          </a:xfrm>
          <a:custGeom>
            <a:avLst/>
            <a:gdLst/>
            <a:ahLst/>
            <a:cxnLst/>
            <a:rect l="l" t="t" r="r" b="b"/>
            <a:pathLst>
              <a:path w="4096053" h="7060062">
                <a:moveTo>
                  <a:pt x="0" y="0"/>
                </a:moveTo>
                <a:lnTo>
                  <a:pt x="4096053" y="0"/>
                </a:lnTo>
                <a:lnTo>
                  <a:pt x="4096053" y="7060062"/>
                </a:lnTo>
                <a:lnTo>
                  <a:pt x="0" y="706006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6" name="TextBox 6"/>
          <p:cNvSpPr txBox="1"/>
          <p:nvPr/>
        </p:nvSpPr>
        <p:spPr>
          <a:xfrm>
            <a:off x="7963049" y="4563110"/>
            <a:ext cx="1180951" cy="580390"/>
          </a:xfrm>
          <a:prstGeom prst="rect">
            <a:avLst/>
          </a:prstGeom>
        </p:spPr>
        <p:txBody>
          <a:bodyPr lIns="0" tIns="0" rIns="0" bIns="0" rtlCol="0" anchor="t">
            <a:spAutoFit/>
          </a:bodyPr>
          <a:lstStyle/>
          <a:p>
            <a:pPr algn="ctr">
              <a:lnSpc>
                <a:spcPts val="4759"/>
              </a:lnSpc>
            </a:pPr>
            <a:endParaRPr lang="en-US" sz="3399" dirty="0">
              <a:solidFill>
                <a:srgbClr val="000000"/>
              </a:solidFill>
              <a:latin typeface="Libre Baskerville"/>
            </a:endParaRPr>
          </a:p>
        </p:txBody>
      </p:sp>
      <p:sp>
        <p:nvSpPr>
          <p:cNvPr id="8" name="TextBox 7"/>
          <p:cNvSpPr txBox="1"/>
          <p:nvPr/>
        </p:nvSpPr>
        <p:spPr>
          <a:xfrm>
            <a:off x="-998721" y="-127105"/>
            <a:ext cx="15392400" cy="400110"/>
          </a:xfrm>
          <a:prstGeom prst="rect">
            <a:avLst/>
          </a:prstGeom>
          <a:noFill/>
        </p:spPr>
        <p:txBody>
          <a:bodyPr wrap="square" rtlCol="0">
            <a:spAutoFit/>
          </a:bodyPr>
          <a:lstStyle/>
          <a:p>
            <a:r>
              <a:rPr lang="en-US" sz="2000" dirty="0">
                <a:latin typeface="Canva Sans" panose="020B0604020202020204" charset="0"/>
              </a:rPr>
              <a:t> </a:t>
            </a:r>
            <a:endParaRPr lang="en-US" sz="2200" dirty="0">
              <a:latin typeface="Canva Sans" panose="020B0604020202020204" charset="0"/>
            </a:endParaRPr>
          </a:p>
        </p:txBody>
      </p:sp>
      <p:sp>
        <p:nvSpPr>
          <p:cNvPr id="9" name="Freeform 2"/>
          <p:cNvSpPr/>
          <p:nvPr/>
        </p:nvSpPr>
        <p:spPr>
          <a:xfrm rot="19881774">
            <a:off x="14146785" y="-1713754"/>
            <a:ext cx="6626483" cy="5715000"/>
          </a:xfrm>
          <a:custGeom>
            <a:avLst/>
            <a:gdLst/>
            <a:ahLst/>
            <a:cxnLst/>
            <a:rect l="l" t="t" r="r" b="b"/>
            <a:pathLst>
              <a:path w="6626483" h="5715000">
                <a:moveTo>
                  <a:pt x="0" y="0"/>
                </a:moveTo>
                <a:lnTo>
                  <a:pt x="6626484" y="0"/>
                </a:lnTo>
                <a:lnTo>
                  <a:pt x="6626484" y="5715000"/>
                </a:lnTo>
                <a:lnTo>
                  <a:pt x="0" y="571500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sp>
        <p:nvSpPr>
          <p:cNvPr id="10" name="Freeform 3"/>
          <p:cNvSpPr/>
          <p:nvPr/>
        </p:nvSpPr>
        <p:spPr>
          <a:xfrm rot="-5569636">
            <a:off x="-97674" y="-2720077"/>
            <a:ext cx="4096053" cy="7060062"/>
          </a:xfrm>
          <a:custGeom>
            <a:avLst/>
            <a:gdLst/>
            <a:ahLst/>
            <a:cxnLst/>
            <a:rect l="l" t="t" r="r" b="b"/>
            <a:pathLst>
              <a:path w="4096053" h="7060062">
                <a:moveTo>
                  <a:pt x="0" y="0"/>
                </a:moveTo>
                <a:lnTo>
                  <a:pt x="4096053" y="0"/>
                </a:lnTo>
                <a:lnTo>
                  <a:pt x="4096053" y="7060062"/>
                </a:lnTo>
                <a:lnTo>
                  <a:pt x="0" y="706006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pic>
        <p:nvPicPr>
          <p:cNvPr id="3" name="Picture 2">
            <a:extLst>
              <a:ext uri="{FF2B5EF4-FFF2-40B4-BE49-F238E27FC236}">
                <a16:creationId xmlns:a16="http://schemas.microsoft.com/office/drawing/2014/main" id="{55020839-5507-05F9-CEAF-102700E070A0}"/>
              </a:ext>
            </a:extLst>
          </p:cNvPr>
          <p:cNvPicPr>
            <a:picLocks noChangeAspect="1"/>
          </p:cNvPicPr>
          <p:nvPr/>
        </p:nvPicPr>
        <p:blipFill>
          <a:blip r:embed="rId6">
            <a:extLst>
              <a:ext uri="{28A0092B-C50C-407E-A947-70E740481C1C}">
                <a14:useLocalDpi xmlns:a14="http://schemas.microsoft.com/office/drawing/2010/main" val="0"/>
              </a:ext>
            </a:extLst>
          </a:blip>
          <a:srcRect/>
          <a:stretch/>
        </p:blipFill>
        <p:spPr>
          <a:xfrm>
            <a:off x="1143000" y="1555599"/>
            <a:ext cx="14122716" cy="8341230"/>
          </a:xfrm>
          <a:prstGeom prst="rect">
            <a:avLst/>
          </a:prstGeom>
          <a:ln w="127000" cap="sq">
            <a:solidFill>
              <a:srgbClr val="000000"/>
            </a:solidFill>
            <a:miter lim="800000"/>
          </a:ln>
          <a:effectLst>
            <a:outerShdw blurRad="57150" dist="50800" dir="2700000" algn="tl" rotWithShape="0">
              <a:srgbClr val="000000">
                <a:alpha val="40000"/>
              </a:srgbClr>
            </a:outerShdw>
          </a:effectLst>
        </p:spPr>
      </p:pic>
      <p:sp>
        <p:nvSpPr>
          <p:cNvPr id="11" name="TextBox 10">
            <a:extLst>
              <a:ext uri="{FF2B5EF4-FFF2-40B4-BE49-F238E27FC236}">
                <a16:creationId xmlns:a16="http://schemas.microsoft.com/office/drawing/2014/main" id="{D167F8FC-DB25-57E4-6E5C-3DF81454B1BF}"/>
              </a:ext>
            </a:extLst>
          </p:cNvPr>
          <p:cNvSpPr txBox="1"/>
          <p:nvPr/>
        </p:nvSpPr>
        <p:spPr>
          <a:xfrm>
            <a:off x="761999" y="170323"/>
            <a:ext cx="11714812" cy="1323439"/>
          </a:xfrm>
          <a:prstGeom prst="rect">
            <a:avLst/>
          </a:prstGeom>
          <a:noFill/>
        </p:spPr>
        <p:txBody>
          <a:bodyPr wrap="square">
            <a:spAutoFit/>
          </a:bodyPr>
          <a:lstStyle/>
          <a:p>
            <a:r>
              <a:rPr lang="en-US" sz="8000" dirty="0">
                <a:latin typeface="Yeseva One" panose="020B0604020202020204" charset="0"/>
              </a:rPr>
              <a:t>Output:</a:t>
            </a:r>
            <a:endParaRPr lang="en-IN" sz="8000" dirty="0">
              <a:latin typeface="Yeseva One" panose="020B0604020202020204" charset="0"/>
            </a:endParaRPr>
          </a:p>
        </p:txBody>
      </p:sp>
    </p:spTree>
    <p:extLst>
      <p:ext uri="{BB962C8B-B14F-4D97-AF65-F5344CB8AC3E}">
        <p14:creationId xmlns:p14="http://schemas.microsoft.com/office/powerpoint/2010/main" val="67917143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4793258" y="-2351602"/>
            <a:ext cx="6626483" cy="5715000"/>
          </a:xfrm>
          <a:custGeom>
            <a:avLst/>
            <a:gdLst/>
            <a:ahLst/>
            <a:cxnLst/>
            <a:rect l="l" t="t" r="r" b="b"/>
            <a:pathLst>
              <a:path w="6626483" h="5715000">
                <a:moveTo>
                  <a:pt x="0" y="0"/>
                </a:moveTo>
                <a:lnTo>
                  <a:pt x="6626483" y="0"/>
                </a:lnTo>
                <a:lnTo>
                  <a:pt x="6626483" y="5715000"/>
                </a:lnTo>
                <a:lnTo>
                  <a:pt x="0" y="57150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dirty="0"/>
          </a:p>
        </p:txBody>
      </p:sp>
      <p:sp>
        <p:nvSpPr>
          <p:cNvPr id="4" name="TextBox 4"/>
          <p:cNvSpPr txBox="1"/>
          <p:nvPr/>
        </p:nvSpPr>
        <p:spPr>
          <a:xfrm>
            <a:off x="583983" y="560252"/>
            <a:ext cx="18592800" cy="1166986"/>
          </a:xfrm>
          <a:prstGeom prst="rect">
            <a:avLst/>
          </a:prstGeom>
        </p:spPr>
        <p:txBody>
          <a:bodyPr wrap="square" lIns="0" tIns="0" rIns="0" bIns="0" rtlCol="0" anchor="t">
            <a:spAutoFit/>
          </a:bodyPr>
          <a:lstStyle/>
          <a:p>
            <a:pPr>
              <a:lnSpc>
                <a:spcPts val="9060"/>
              </a:lnSpc>
            </a:pPr>
            <a:r>
              <a:rPr lang="en-US" sz="9060" dirty="0">
                <a:solidFill>
                  <a:srgbClr val="000000"/>
                </a:solidFill>
                <a:latin typeface="Yeseva One"/>
              </a:rPr>
              <a:t>Future Scope </a:t>
            </a:r>
          </a:p>
        </p:txBody>
      </p:sp>
      <p:sp>
        <p:nvSpPr>
          <p:cNvPr id="5" name="TextBox 5"/>
          <p:cNvSpPr txBox="1"/>
          <p:nvPr/>
        </p:nvSpPr>
        <p:spPr>
          <a:xfrm>
            <a:off x="-381000" y="2195686"/>
            <a:ext cx="18116332" cy="5565626"/>
          </a:xfrm>
          <a:prstGeom prst="rect">
            <a:avLst/>
          </a:prstGeom>
        </p:spPr>
        <p:txBody>
          <a:bodyPr lIns="720000" tIns="0" rIns="720000" bIns="0" rtlCol="0" anchor="ctr">
            <a:spAutoFit/>
          </a:bodyPr>
          <a:lstStyle/>
          <a:p>
            <a:pPr>
              <a:lnSpc>
                <a:spcPts val="3120"/>
              </a:lnSpc>
            </a:pPr>
            <a:endParaRPr dirty="0"/>
          </a:p>
          <a:p>
            <a:pPr marL="673608" lvl="1" indent="-336804">
              <a:lnSpc>
                <a:spcPts val="3120"/>
              </a:lnSpc>
              <a:buFont typeface="Arial"/>
              <a:buChar char="•"/>
            </a:pPr>
            <a:r>
              <a:rPr lang="en-US" sz="4000" dirty="0">
                <a:solidFill>
                  <a:srgbClr val="000000"/>
                </a:solidFill>
                <a:latin typeface="DM Sans"/>
              </a:rPr>
              <a:t>Increased Computational Power of SBCs</a:t>
            </a:r>
          </a:p>
          <a:p>
            <a:pPr marL="673608" lvl="1" indent="-336804">
              <a:lnSpc>
                <a:spcPts val="3120"/>
              </a:lnSpc>
              <a:buFont typeface="Arial"/>
              <a:buChar char="•"/>
            </a:pPr>
            <a:endParaRPr lang="en-US" sz="4000" dirty="0">
              <a:solidFill>
                <a:srgbClr val="000000"/>
              </a:solidFill>
              <a:latin typeface="DM Sans"/>
            </a:endParaRPr>
          </a:p>
          <a:p>
            <a:pPr marL="673608" lvl="1" indent="-336804">
              <a:lnSpc>
                <a:spcPts val="3120"/>
              </a:lnSpc>
              <a:buFont typeface="Arial"/>
              <a:buChar char="•"/>
            </a:pPr>
            <a:r>
              <a:rPr lang="en-US" sz="4000" dirty="0">
                <a:solidFill>
                  <a:srgbClr val="000000"/>
                </a:solidFill>
                <a:latin typeface="DM Sans"/>
              </a:rPr>
              <a:t>Integration with advanced sensors</a:t>
            </a:r>
          </a:p>
          <a:p>
            <a:pPr marL="673608" lvl="1" indent="-336804">
              <a:lnSpc>
                <a:spcPts val="3120"/>
              </a:lnSpc>
              <a:buFont typeface="Arial"/>
              <a:buChar char="•"/>
            </a:pPr>
            <a:endParaRPr lang="en-US" sz="4000" dirty="0">
              <a:solidFill>
                <a:srgbClr val="000000"/>
              </a:solidFill>
              <a:latin typeface="DM Sans"/>
            </a:endParaRPr>
          </a:p>
          <a:p>
            <a:pPr marL="673608" lvl="1" indent="-336804">
              <a:lnSpc>
                <a:spcPts val="3120"/>
              </a:lnSpc>
              <a:buFont typeface="Arial"/>
              <a:buChar char="•"/>
            </a:pPr>
            <a:r>
              <a:rPr lang="en-US" sz="4000" dirty="0">
                <a:solidFill>
                  <a:srgbClr val="000000"/>
                </a:solidFill>
                <a:latin typeface="DM Sans"/>
              </a:rPr>
              <a:t>Autonomous energy management</a:t>
            </a:r>
          </a:p>
          <a:p>
            <a:pPr marL="673608" lvl="1" indent="-336804">
              <a:lnSpc>
                <a:spcPts val="3120"/>
              </a:lnSpc>
              <a:buFont typeface="Arial"/>
              <a:buChar char="•"/>
            </a:pPr>
            <a:endParaRPr lang="en-US" sz="4000" dirty="0">
              <a:solidFill>
                <a:srgbClr val="000000"/>
              </a:solidFill>
              <a:latin typeface="DM Sans"/>
            </a:endParaRPr>
          </a:p>
          <a:p>
            <a:pPr marL="673608" lvl="1" indent="-336804">
              <a:lnSpc>
                <a:spcPts val="3120"/>
              </a:lnSpc>
              <a:buFont typeface="Arial"/>
              <a:buChar char="•"/>
            </a:pPr>
            <a:r>
              <a:rPr lang="en-US" sz="4000" dirty="0">
                <a:solidFill>
                  <a:srgbClr val="000000"/>
                </a:solidFill>
                <a:latin typeface="DM Sans"/>
              </a:rPr>
              <a:t>Edge AI and machine learning</a:t>
            </a:r>
          </a:p>
          <a:p>
            <a:pPr marL="673608" lvl="1" indent="-336804">
              <a:lnSpc>
                <a:spcPts val="3120"/>
              </a:lnSpc>
              <a:buFont typeface="Arial"/>
              <a:buChar char="•"/>
            </a:pPr>
            <a:endParaRPr lang="en-US" sz="4000" dirty="0">
              <a:solidFill>
                <a:srgbClr val="000000"/>
              </a:solidFill>
              <a:latin typeface="DM Sans"/>
            </a:endParaRPr>
          </a:p>
          <a:p>
            <a:pPr marL="673608" lvl="1" indent="-336804">
              <a:lnSpc>
                <a:spcPts val="3120"/>
              </a:lnSpc>
              <a:buFont typeface="Arial"/>
              <a:buChar char="•"/>
            </a:pPr>
            <a:r>
              <a:rPr lang="en-US" sz="4000" dirty="0">
                <a:solidFill>
                  <a:srgbClr val="000000"/>
                </a:solidFill>
                <a:latin typeface="DM Sans"/>
              </a:rPr>
              <a:t>Integration with smart grids</a:t>
            </a:r>
          </a:p>
          <a:p>
            <a:pPr marL="673608" lvl="1" indent="-336804">
              <a:lnSpc>
                <a:spcPts val="3120"/>
              </a:lnSpc>
              <a:buFont typeface="Arial"/>
              <a:buChar char="•"/>
            </a:pPr>
            <a:endParaRPr lang="en-US" sz="4000" dirty="0">
              <a:solidFill>
                <a:srgbClr val="000000"/>
              </a:solidFill>
              <a:latin typeface="DM Sans"/>
            </a:endParaRPr>
          </a:p>
          <a:p>
            <a:pPr marL="673608" lvl="1" indent="-336804">
              <a:lnSpc>
                <a:spcPts val="3120"/>
              </a:lnSpc>
              <a:buFont typeface="Arial"/>
              <a:buChar char="•"/>
            </a:pPr>
            <a:r>
              <a:rPr lang="en-US" sz="4000" dirty="0">
                <a:solidFill>
                  <a:srgbClr val="000000"/>
                </a:solidFill>
                <a:latin typeface="DM Sans"/>
              </a:rPr>
              <a:t>Enhanced user interfaces and feedback systems</a:t>
            </a:r>
          </a:p>
          <a:p>
            <a:pPr marL="673608" lvl="1" indent="-336804">
              <a:lnSpc>
                <a:spcPts val="3120"/>
              </a:lnSpc>
              <a:buFont typeface="Arial"/>
              <a:buChar char="•"/>
            </a:pPr>
            <a:endParaRPr lang="en-US" sz="4000" dirty="0">
              <a:solidFill>
                <a:srgbClr val="000000"/>
              </a:solidFill>
              <a:latin typeface="DM Sans"/>
            </a:endParaRPr>
          </a:p>
          <a:p>
            <a:pPr marL="673608" lvl="1" indent="-336804">
              <a:lnSpc>
                <a:spcPts val="3120"/>
              </a:lnSpc>
              <a:buFont typeface="Arial"/>
              <a:buChar char="•"/>
            </a:pPr>
            <a:r>
              <a:rPr lang="en-US" sz="4000" dirty="0">
                <a:solidFill>
                  <a:srgbClr val="000000"/>
                </a:solidFill>
                <a:latin typeface="DM Sans"/>
              </a:rPr>
              <a:t>Privacy preserving predictive models</a:t>
            </a:r>
          </a:p>
        </p:txBody>
      </p:sp>
      <p:sp>
        <p:nvSpPr>
          <p:cNvPr id="6" name="Freeform 6"/>
          <p:cNvSpPr/>
          <p:nvPr/>
        </p:nvSpPr>
        <p:spPr>
          <a:xfrm rot="14898049">
            <a:off x="11919745" y="8344317"/>
            <a:ext cx="5210769" cy="6721137"/>
          </a:xfrm>
          <a:custGeom>
            <a:avLst/>
            <a:gdLst/>
            <a:ahLst/>
            <a:cxnLst/>
            <a:rect l="l" t="t" r="r" b="b"/>
            <a:pathLst>
              <a:path w="5210769" h="6721137">
                <a:moveTo>
                  <a:pt x="0" y="0"/>
                </a:moveTo>
                <a:lnTo>
                  <a:pt x="5210769" y="0"/>
                </a:lnTo>
                <a:lnTo>
                  <a:pt x="5210769" y="6721137"/>
                </a:lnTo>
                <a:lnTo>
                  <a:pt x="0" y="6721137"/>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sp>
        <p:nvSpPr>
          <p:cNvPr id="7" name="Freeform 3"/>
          <p:cNvSpPr/>
          <p:nvPr/>
        </p:nvSpPr>
        <p:spPr>
          <a:xfrm rot="-5569636">
            <a:off x="-707273" y="-2386286"/>
            <a:ext cx="4096053" cy="7060062"/>
          </a:xfrm>
          <a:custGeom>
            <a:avLst/>
            <a:gdLst/>
            <a:ahLst/>
            <a:cxnLst/>
            <a:rect l="l" t="t" r="r" b="b"/>
            <a:pathLst>
              <a:path w="4096053" h="7060062">
                <a:moveTo>
                  <a:pt x="0" y="0"/>
                </a:moveTo>
                <a:lnTo>
                  <a:pt x="4096053" y="0"/>
                </a:lnTo>
                <a:lnTo>
                  <a:pt x="4096053" y="7060062"/>
                </a:lnTo>
                <a:lnTo>
                  <a:pt x="0" y="7060062"/>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US"/>
          </a:p>
        </p:txBody>
      </p:sp>
    </p:spTree>
    <p:extLst>
      <p:ext uri="{BB962C8B-B14F-4D97-AF65-F5344CB8AC3E}">
        <p14:creationId xmlns:p14="http://schemas.microsoft.com/office/powerpoint/2010/main" val="33000038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3182600" y="-2514881"/>
            <a:ext cx="6626483" cy="5715000"/>
          </a:xfrm>
          <a:custGeom>
            <a:avLst/>
            <a:gdLst/>
            <a:ahLst/>
            <a:cxnLst/>
            <a:rect l="l" t="t" r="r" b="b"/>
            <a:pathLst>
              <a:path w="6626483" h="5715000">
                <a:moveTo>
                  <a:pt x="0" y="0"/>
                </a:moveTo>
                <a:lnTo>
                  <a:pt x="6626484" y="0"/>
                </a:lnTo>
                <a:lnTo>
                  <a:pt x="6626484" y="5715000"/>
                </a:lnTo>
                <a:lnTo>
                  <a:pt x="0" y="571500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sp>
        <p:nvSpPr>
          <p:cNvPr id="3" name="Freeform 3"/>
          <p:cNvSpPr/>
          <p:nvPr/>
        </p:nvSpPr>
        <p:spPr>
          <a:xfrm rot="-5569636">
            <a:off x="435727" y="-2567678"/>
            <a:ext cx="4096053" cy="7060062"/>
          </a:xfrm>
          <a:custGeom>
            <a:avLst/>
            <a:gdLst/>
            <a:ahLst/>
            <a:cxnLst/>
            <a:rect l="l" t="t" r="r" b="b"/>
            <a:pathLst>
              <a:path w="4096053" h="7060062">
                <a:moveTo>
                  <a:pt x="0" y="0"/>
                </a:moveTo>
                <a:lnTo>
                  <a:pt x="4096053" y="0"/>
                </a:lnTo>
                <a:lnTo>
                  <a:pt x="4096053" y="7060062"/>
                </a:lnTo>
                <a:lnTo>
                  <a:pt x="0" y="7060062"/>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US"/>
          </a:p>
        </p:txBody>
      </p:sp>
      <p:sp>
        <p:nvSpPr>
          <p:cNvPr id="4" name="Freeform 4"/>
          <p:cNvSpPr/>
          <p:nvPr/>
        </p:nvSpPr>
        <p:spPr>
          <a:xfrm rot="-3755510">
            <a:off x="13077518" y="5056570"/>
            <a:ext cx="4096053" cy="7060062"/>
          </a:xfrm>
          <a:custGeom>
            <a:avLst/>
            <a:gdLst/>
            <a:ahLst/>
            <a:cxnLst/>
            <a:rect l="l" t="t" r="r" b="b"/>
            <a:pathLst>
              <a:path w="4096053" h="7060062">
                <a:moveTo>
                  <a:pt x="0" y="0"/>
                </a:moveTo>
                <a:lnTo>
                  <a:pt x="4096053" y="0"/>
                </a:lnTo>
                <a:lnTo>
                  <a:pt x="4096053" y="7060061"/>
                </a:lnTo>
                <a:lnTo>
                  <a:pt x="0" y="7060061"/>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US"/>
          </a:p>
        </p:txBody>
      </p:sp>
      <p:sp>
        <p:nvSpPr>
          <p:cNvPr id="5" name="TextBox 5"/>
          <p:cNvSpPr txBox="1"/>
          <p:nvPr/>
        </p:nvSpPr>
        <p:spPr>
          <a:xfrm>
            <a:off x="752169" y="754416"/>
            <a:ext cx="10682711" cy="1294655"/>
          </a:xfrm>
          <a:prstGeom prst="rect">
            <a:avLst/>
          </a:prstGeom>
        </p:spPr>
        <p:txBody>
          <a:bodyPr wrap="square" lIns="0" tIns="0" rIns="0" bIns="0" rtlCol="0" anchor="t">
            <a:spAutoFit/>
          </a:bodyPr>
          <a:lstStyle/>
          <a:p>
            <a:pPr>
              <a:lnSpc>
                <a:spcPts val="10541"/>
              </a:lnSpc>
            </a:pPr>
            <a:r>
              <a:rPr lang="en-US" sz="7529" dirty="0">
                <a:solidFill>
                  <a:srgbClr val="000000"/>
                </a:solidFill>
                <a:latin typeface="Yeseva One"/>
              </a:rPr>
              <a:t>Timeline:</a:t>
            </a:r>
          </a:p>
        </p:txBody>
      </p:sp>
      <p:sp>
        <p:nvSpPr>
          <p:cNvPr id="6" name="TextBox 6"/>
          <p:cNvSpPr txBox="1"/>
          <p:nvPr/>
        </p:nvSpPr>
        <p:spPr>
          <a:xfrm>
            <a:off x="0" y="1408955"/>
            <a:ext cx="16641022" cy="539058"/>
          </a:xfrm>
          <a:prstGeom prst="rect">
            <a:avLst/>
          </a:prstGeom>
        </p:spPr>
        <p:txBody>
          <a:bodyPr wrap="square" lIns="720000" tIns="0" rIns="720000" bIns="0" rtlCol="0" anchor="t">
            <a:spAutoFit/>
          </a:bodyPr>
          <a:lstStyle/>
          <a:p>
            <a:pPr>
              <a:lnSpc>
                <a:spcPts val="4493"/>
              </a:lnSpc>
            </a:pPr>
            <a:endParaRPr lang="en-US" sz="3209" dirty="0">
              <a:solidFill>
                <a:srgbClr val="000000"/>
              </a:solidFill>
              <a:latin typeface="Canva Sans"/>
            </a:endParaRPr>
          </a:p>
        </p:txBody>
      </p:sp>
      <p:sp>
        <p:nvSpPr>
          <p:cNvPr id="8" name="TextBox 7">
            <a:extLst>
              <a:ext uri="{FF2B5EF4-FFF2-40B4-BE49-F238E27FC236}">
                <a16:creationId xmlns:a16="http://schemas.microsoft.com/office/drawing/2014/main" id="{BB5AFBAC-9C60-62FF-CD98-9CB2FB002502}"/>
              </a:ext>
            </a:extLst>
          </p:cNvPr>
          <p:cNvSpPr txBox="1"/>
          <p:nvPr/>
        </p:nvSpPr>
        <p:spPr>
          <a:xfrm>
            <a:off x="838200" y="3444784"/>
            <a:ext cx="13805719" cy="3759747"/>
          </a:xfrm>
          <a:prstGeom prst="rect">
            <a:avLst/>
          </a:prstGeom>
          <a:noFill/>
        </p:spPr>
        <p:txBody>
          <a:bodyPr wrap="square">
            <a:spAutoFit/>
          </a:bodyPr>
          <a:lstStyle/>
          <a:p>
            <a:pPr marL="0" lvl="0" indent="0" algn="l">
              <a:lnSpc>
                <a:spcPts val="3602"/>
              </a:lnSpc>
              <a:spcBef>
                <a:spcPct val="0"/>
              </a:spcBef>
            </a:pPr>
            <a:r>
              <a:rPr lang="en-US" sz="2800" spc="255" dirty="0">
                <a:solidFill>
                  <a:srgbClr val="231F20"/>
                </a:solidFill>
                <a:latin typeface="Yeseva One" panose="020B0604020202020204" charset="0"/>
              </a:rPr>
              <a:t>The “</a:t>
            </a:r>
            <a:r>
              <a:rPr lang="en-US" sz="2800" spc="541" dirty="0">
                <a:latin typeface="Yeseva One" panose="020B0604020202020204" charset="0"/>
              </a:rPr>
              <a:t>SMART HOME LOAD FORECASTING ON SBC</a:t>
            </a:r>
            <a:r>
              <a:rPr lang="en-US" sz="2800" spc="255" dirty="0">
                <a:solidFill>
                  <a:srgbClr val="231F20"/>
                </a:solidFill>
                <a:latin typeface="Yeseva One" panose="020B0604020202020204" charset="0"/>
              </a:rPr>
              <a:t>” project can be achieved in 2-3 weeks and requires an organized plan. The first week involves thorough planning, research, and buying components. In the second week, development starts at a swift pace, with parallel testing and coding. The third week concentrates on meticulous testing, finalizing the interface, integration, and deployment. This demanding timeline demands precise coordination and a skilled team.</a:t>
            </a:r>
          </a:p>
        </p:txBody>
      </p:sp>
    </p:spTree>
    <p:extLst>
      <p:ext uri="{BB962C8B-B14F-4D97-AF65-F5344CB8AC3E}">
        <p14:creationId xmlns:p14="http://schemas.microsoft.com/office/powerpoint/2010/main" val="238048598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19146969">
            <a:off x="13372414" y="-1919414"/>
            <a:ext cx="6626483" cy="5715000"/>
          </a:xfrm>
          <a:custGeom>
            <a:avLst/>
            <a:gdLst/>
            <a:ahLst/>
            <a:cxnLst/>
            <a:rect l="l" t="t" r="r" b="b"/>
            <a:pathLst>
              <a:path w="6626483" h="5715000">
                <a:moveTo>
                  <a:pt x="0" y="0"/>
                </a:moveTo>
                <a:lnTo>
                  <a:pt x="6626483" y="0"/>
                </a:lnTo>
                <a:lnTo>
                  <a:pt x="6626483" y="5715000"/>
                </a:lnTo>
                <a:lnTo>
                  <a:pt x="0" y="57150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3" name="Freeform 3"/>
          <p:cNvSpPr/>
          <p:nvPr/>
        </p:nvSpPr>
        <p:spPr>
          <a:xfrm rot="-1266137">
            <a:off x="-766784" y="4558866"/>
            <a:ext cx="5210769" cy="6721137"/>
          </a:xfrm>
          <a:custGeom>
            <a:avLst/>
            <a:gdLst/>
            <a:ahLst/>
            <a:cxnLst/>
            <a:rect l="l" t="t" r="r" b="b"/>
            <a:pathLst>
              <a:path w="5210769" h="6721137">
                <a:moveTo>
                  <a:pt x="0" y="0"/>
                </a:moveTo>
                <a:lnTo>
                  <a:pt x="5210769" y="0"/>
                </a:lnTo>
                <a:lnTo>
                  <a:pt x="5210769" y="6721136"/>
                </a:lnTo>
                <a:lnTo>
                  <a:pt x="0" y="6721136"/>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sp>
        <p:nvSpPr>
          <p:cNvPr id="5" name="Freeform 5"/>
          <p:cNvSpPr/>
          <p:nvPr/>
        </p:nvSpPr>
        <p:spPr>
          <a:xfrm rot="-3755510">
            <a:off x="14637629" y="5499669"/>
            <a:ext cx="4096053" cy="7060062"/>
          </a:xfrm>
          <a:custGeom>
            <a:avLst/>
            <a:gdLst/>
            <a:ahLst/>
            <a:cxnLst/>
            <a:rect l="l" t="t" r="r" b="b"/>
            <a:pathLst>
              <a:path w="4096053" h="7060062">
                <a:moveTo>
                  <a:pt x="0" y="0"/>
                </a:moveTo>
                <a:lnTo>
                  <a:pt x="4096053" y="0"/>
                </a:lnTo>
                <a:lnTo>
                  <a:pt x="4096053" y="7060062"/>
                </a:lnTo>
                <a:lnTo>
                  <a:pt x="0" y="7060062"/>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US"/>
          </a:p>
        </p:txBody>
      </p:sp>
      <p:sp>
        <p:nvSpPr>
          <p:cNvPr id="6" name="TextBox 6"/>
          <p:cNvSpPr txBox="1"/>
          <p:nvPr/>
        </p:nvSpPr>
        <p:spPr>
          <a:xfrm>
            <a:off x="7963049" y="4563110"/>
            <a:ext cx="1180951" cy="580390"/>
          </a:xfrm>
          <a:prstGeom prst="rect">
            <a:avLst/>
          </a:prstGeom>
        </p:spPr>
        <p:txBody>
          <a:bodyPr lIns="0" tIns="0" rIns="0" bIns="0" rtlCol="0" anchor="t">
            <a:spAutoFit/>
          </a:bodyPr>
          <a:lstStyle/>
          <a:p>
            <a:pPr algn="ctr">
              <a:lnSpc>
                <a:spcPts val="4759"/>
              </a:lnSpc>
            </a:pPr>
            <a:endParaRPr lang="en-US" sz="3399" dirty="0">
              <a:solidFill>
                <a:srgbClr val="000000"/>
              </a:solidFill>
              <a:latin typeface="Libre Baskerville"/>
            </a:endParaRPr>
          </a:p>
        </p:txBody>
      </p:sp>
      <p:sp>
        <p:nvSpPr>
          <p:cNvPr id="7" name="Rectangle 6"/>
          <p:cNvSpPr/>
          <p:nvPr/>
        </p:nvSpPr>
        <p:spPr>
          <a:xfrm>
            <a:off x="4572000" y="3715442"/>
            <a:ext cx="9144000" cy="1695336"/>
          </a:xfrm>
          <a:prstGeom prst="rect">
            <a:avLst/>
          </a:prstGeom>
        </p:spPr>
        <p:txBody>
          <a:bodyPr>
            <a:spAutoFit/>
          </a:bodyPr>
          <a:lstStyle/>
          <a:p>
            <a:pPr algn="ctr">
              <a:lnSpc>
                <a:spcPts val="12500"/>
              </a:lnSpc>
            </a:pPr>
            <a:r>
              <a:rPr lang="en-US" sz="11500" dirty="0">
                <a:solidFill>
                  <a:srgbClr val="000000"/>
                </a:solidFill>
                <a:latin typeface="Yeseva One"/>
              </a:rPr>
              <a:t>Thank You</a:t>
            </a:r>
          </a:p>
        </p:txBody>
      </p:sp>
      <p:sp>
        <p:nvSpPr>
          <p:cNvPr id="8" name="Freeform 3"/>
          <p:cNvSpPr/>
          <p:nvPr/>
        </p:nvSpPr>
        <p:spPr>
          <a:xfrm rot="-5569636">
            <a:off x="-631073" y="-4319273"/>
            <a:ext cx="4096053" cy="7060062"/>
          </a:xfrm>
          <a:custGeom>
            <a:avLst/>
            <a:gdLst/>
            <a:ahLst/>
            <a:cxnLst/>
            <a:rect l="l" t="t" r="r" b="b"/>
            <a:pathLst>
              <a:path w="4096053" h="7060062">
                <a:moveTo>
                  <a:pt x="0" y="0"/>
                </a:moveTo>
                <a:lnTo>
                  <a:pt x="4096053" y="0"/>
                </a:lnTo>
                <a:lnTo>
                  <a:pt x="4096053" y="7060062"/>
                </a:lnTo>
                <a:lnTo>
                  <a:pt x="0" y="7060062"/>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US"/>
          </a:p>
        </p:txBody>
      </p:sp>
    </p:spTree>
    <p:extLst>
      <p:ext uri="{BB962C8B-B14F-4D97-AF65-F5344CB8AC3E}">
        <p14:creationId xmlns:p14="http://schemas.microsoft.com/office/powerpoint/2010/main" val="2384124894"/>
      </p:ext>
    </p:extLst>
  </p:cSld>
  <p:clrMapOvr>
    <a:masterClrMapping/>
  </p:clrMapOvr>
</p:sld>
</file>

<file path=ppt/theme/theme1.xml><?xml version="1.0" encoding="utf-8"?>
<a:theme xmlns:a="http://schemas.openxmlformats.org/drawingml/2006/main" name="View">
  <a:themeElements>
    <a:clrScheme name="View">
      <a:dk1>
        <a:srgbClr val="000000"/>
      </a:dk1>
      <a:lt1>
        <a:srgbClr val="FFFFFF"/>
      </a:lt1>
      <a:dk2>
        <a:srgbClr val="46464A"/>
      </a:dk2>
      <a:lt2>
        <a:srgbClr val="D6D3CC"/>
      </a:lt2>
      <a:accent1>
        <a:srgbClr val="6F6F74"/>
      </a:accent1>
      <a:accent2>
        <a:srgbClr val="92A9B9"/>
      </a:accent2>
      <a:accent3>
        <a:srgbClr val="A7B789"/>
      </a:accent3>
      <a:accent4>
        <a:srgbClr val="B9A489"/>
      </a:accent4>
      <a:accent5>
        <a:srgbClr val="8D6374"/>
      </a:accent5>
      <a:accent6>
        <a:srgbClr val="9B7362"/>
      </a:accent6>
      <a:hlink>
        <a:srgbClr val="67AABF"/>
      </a:hlink>
      <a:folHlink>
        <a:srgbClr val="ABAFA5"/>
      </a:folHlink>
    </a:clrScheme>
    <a:fontScheme name="View">
      <a:majorFont>
        <a:latin typeface="Century Schoolbook" panose="020406040505050203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Schoolbook" panose="020406040505050203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Glossy">
      <a:fillStyleLst>
        <a:solidFill>
          <a:schemeClr val="phClr"/>
        </a:solidFill>
        <a:gradFill rotWithShape="1">
          <a:gsLst>
            <a:gs pos="0">
              <a:schemeClr val="phClr">
                <a:tint val="62000"/>
                <a:satMod val="180000"/>
              </a:schemeClr>
            </a:gs>
            <a:gs pos="65000">
              <a:schemeClr val="phClr">
                <a:tint val="32000"/>
                <a:satMod val="250000"/>
              </a:schemeClr>
            </a:gs>
            <a:gs pos="100000">
              <a:schemeClr val="phClr">
                <a:tint val="23000"/>
                <a:satMod val="300000"/>
              </a:schemeClr>
            </a:gs>
          </a:gsLst>
          <a:lin ang="16200000" scaled="0"/>
        </a:gradFill>
        <a:gradFill rotWithShape="1">
          <a:gsLst>
            <a:gs pos="0">
              <a:schemeClr val="phClr">
                <a:shade val="15000"/>
                <a:satMod val="180000"/>
              </a:schemeClr>
            </a:gs>
            <a:gs pos="50000">
              <a:schemeClr val="phClr">
                <a:shade val="45000"/>
                <a:satMod val="170000"/>
              </a:schemeClr>
            </a:gs>
            <a:gs pos="70000">
              <a:schemeClr val="phClr">
                <a:tint val="99000"/>
                <a:shade val="65000"/>
                <a:satMod val="155000"/>
              </a:schemeClr>
            </a:gs>
            <a:gs pos="100000">
              <a:schemeClr val="phClr">
                <a:tint val="95500"/>
                <a:shade val="100000"/>
                <a:satMod val="155000"/>
              </a:schemeClr>
            </a:gs>
          </a:gsLst>
          <a:lin ang="16200000" scaled="0"/>
        </a:gradFill>
      </a:fillStyleLst>
      <a:lnStyleLst>
        <a:ln w="12700" cap="flat" cmpd="sng" algn="ctr">
          <a:solidFill>
            <a:schemeClr val="phClr">
              <a:tint val="95000"/>
              <a:shade val="95000"/>
              <a:satMod val="120000"/>
            </a:schemeClr>
          </a:solidFill>
          <a:prstDash val="solid"/>
        </a:ln>
        <a:ln w="55000" cap="flat" cmpd="thickThin" algn="ctr">
          <a:solidFill>
            <a:schemeClr val="phClr">
              <a:tint val="90000"/>
              <a:satMod val="130000"/>
            </a:schemeClr>
          </a:solidFill>
          <a:prstDash val="solid"/>
        </a:ln>
        <a:ln w="50800" cap="flat" cmpd="sng" algn="ctr">
          <a:solidFill>
            <a:schemeClr val="phClr"/>
          </a:solidFill>
          <a:prstDash val="solid"/>
        </a:ln>
      </a:lnStyleLst>
      <a:effectStyleLst>
        <a:effectStyle>
          <a:effectLst>
            <a:outerShdw blurRad="50800" dist="38100" dir="5400000" rotWithShape="0">
              <a:srgbClr val="000000">
                <a:alpha val="35000"/>
              </a:srgbClr>
            </a:outerShdw>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45000"/>
              </a:srgbClr>
            </a:outerShdw>
          </a:effectLst>
          <a:scene3d>
            <a:camera prst="orthographicFront">
              <a:rot lat="0" lon="0" rev="0"/>
            </a:camera>
            <a:lightRig rig="glow" dir="t">
              <a:rot lat="0" lon="0" rev="6360000"/>
            </a:lightRig>
          </a:scene3d>
          <a:sp3d contourW="1000" prstMaterial="flat">
            <a:bevelT w="95250" h="101600"/>
            <a:contourClr>
              <a:schemeClr val="phClr">
                <a:satMod val="300000"/>
              </a:schemeClr>
            </a:contourClr>
          </a:sp3d>
        </a:effectStyle>
      </a:effectStyleLst>
      <a:bgFillStyleLst>
        <a:solidFill>
          <a:schemeClr val="phClr"/>
        </a:solidFill>
        <a:solidFill>
          <a:schemeClr val="phClr">
            <a:tint val="95000"/>
            <a:satMod val="170000"/>
          </a:schemeClr>
        </a:solidFill>
        <a:gradFill rotWithShape="1">
          <a:gsLst>
            <a:gs pos="0">
              <a:schemeClr val="phClr">
                <a:tint val="94000"/>
                <a:shade val="98000"/>
                <a:satMod val="130000"/>
                <a:lumMod val="102000"/>
              </a:schemeClr>
            </a:gs>
            <a:gs pos="100000">
              <a:schemeClr val="phClr">
                <a:tint val="98000"/>
                <a:shade val="78000"/>
                <a:satMod val="140000"/>
              </a:schemeClr>
            </a:gs>
          </a:gsLst>
          <a:path path="circle">
            <a:fillToRect l="100000" t="100000" r="100000" b="100000"/>
          </a:path>
        </a:gradFill>
      </a:bgFillStyleLst>
    </a:fmtScheme>
  </a:themeElements>
  <a:objectDefaults/>
  <a:extraClrSchemeLst/>
  <a:extLst>
    <a:ext uri="{05A4C25C-085E-4340-85A3-A5531E510DB2}">
      <thm15:themeFamily xmlns:thm15="http://schemas.microsoft.com/office/thememl/2012/main" name="View" id="{BA0EB5A6-F2D4-4F82-977B-64ADEE4A2A69}" vid="{3969A8A2-35DB-4E3B-8885-16FD2056867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View</Template>
  <TotalTime>734</TotalTime>
  <Words>889</Words>
  <Application>Microsoft Office PowerPoint</Application>
  <PresentationFormat>Custom</PresentationFormat>
  <Paragraphs>111</Paragraphs>
  <Slides>12</Slides>
  <Notes>2</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12</vt:i4>
      </vt:variant>
    </vt:vector>
  </HeadingPairs>
  <TitlesOfParts>
    <vt:vector size="22" baseType="lpstr">
      <vt:lpstr>DM Sans</vt:lpstr>
      <vt:lpstr>Wingdings 2</vt:lpstr>
      <vt:lpstr>Century Schoolbook</vt:lpstr>
      <vt:lpstr>Arial</vt:lpstr>
      <vt:lpstr>Libre Baskerville</vt:lpstr>
      <vt:lpstr>Aptos Display</vt:lpstr>
      <vt:lpstr>Yeseva One</vt:lpstr>
      <vt:lpstr>Canva Sans</vt:lpstr>
      <vt:lpstr>Calibri</vt:lpstr>
      <vt:lpstr>View</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ENGINEERING CLINICS</dc:title>
  <dc:creator>NEW</dc:creator>
  <cp:lastModifiedBy>kakarla praneeth kumar</cp:lastModifiedBy>
  <cp:revision>66</cp:revision>
  <cp:lastPrinted>2023-10-29T14:44:04Z</cp:lastPrinted>
  <dcterms:created xsi:type="dcterms:W3CDTF">2006-08-16T00:00:00Z</dcterms:created>
  <dcterms:modified xsi:type="dcterms:W3CDTF">2025-09-17T12:37:08Z</dcterms:modified>
  <dc:identifier>DAFyk3rQOnw</dc:identifier>
</cp:coreProperties>
</file>